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257" r:id="rId3"/>
    <p:sldId id="259" r:id="rId4"/>
    <p:sldId id="264" r:id="rId5"/>
    <p:sldId id="260" r:id="rId6"/>
    <p:sldId id="343" r:id="rId7"/>
    <p:sldId id="261" r:id="rId8"/>
    <p:sldId id="263" r:id="rId9"/>
    <p:sldId id="312" r:id="rId10"/>
    <p:sldId id="347" r:id="rId11"/>
    <p:sldId id="311" r:id="rId12"/>
    <p:sldId id="265" r:id="rId13"/>
    <p:sldId id="266" r:id="rId14"/>
    <p:sldId id="272" r:id="rId15"/>
    <p:sldId id="268" r:id="rId16"/>
    <p:sldId id="310" r:id="rId17"/>
    <p:sldId id="317" r:id="rId18"/>
    <p:sldId id="296" r:id="rId19"/>
    <p:sldId id="318" r:id="rId20"/>
    <p:sldId id="319" r:id="rId21"/>
    <p:sldId id="301" r:id="rId22"/>
    <p:sldId id="320" r:id="rId23"/>
    <p:sldId id="300" r:id="rId24"/>
    <p:sldId id="321" r:id="rId25"/>
    <p:sldId id="322" r:id="rId26"/>
    <p:sldId id="323" r:id="rId27"/>
    <p:sldId id="324" r:id="rId28"/>
    <p:sldId id="303" r:id="rId29"/>
    <p:sldId id="348" r:id="rId30"/>
    <p:sldId id="346" r:id="rId31"/>
    <p:sldId id="274" r:id="rId32"/>
    <p:sldId id="313" r:id="rId33"/>
    <p:sldId id="314" r:id="rId34"/>
    <p:sldId id="270" r:id="rId35"/>
    <p:sldId id="273" r:id="rId36"/>
    <p:sldId id="275" r:id="rId37"/>
    <p:sldId id="349" r:id="rId38"/>
    <p:sldId id="269" r:id="rId39"/>
    <p:sldId id="350" r:id="rId40"/>
    <p:sldId id="351" r:id="rId41"/>
    <p:sldId id="352" r:id="rId42"/>
    <p:sldId id="353" r:id="rId43"/>
    <p:sldId id="354" r:id="rId44"/>
    <p:sldId id="276" r:id="rId45"/>
    <p:sldId id="338" r:id="rId46"/>
    <p:sldId id="325" r:id="rId47"/>
    <p:sldId id="327" r:id="rId48"/>
    <p:sldId id="339" r:id="rId49"/>
    <p:sldId id="345" r:id="rId50"/>
    <p:sldId id="326" r:id="rId51"/>
    <p:sldId id="340" r:id="rId52"/>
    <p:sldId id="329" r:id="rId53"/>
    <p:sldId id="330" r:id="rId54"/>
    <p:sldId id="331" r:id="rId55"/>
    <p:sldId id="328" r:id="rId56"/>
    <p:sldId id="332" r:id="rId57"/>
    <p:sldId id="333" r:id="rId58"/>
    <p:sldId id="334" r:id="rId59"/>
    <p:sldId id="335" r:id="rId60"/>
    <p:sldId id="336" r:id="rId61"/>
    <p:sldId id="337" r:id="rId62"/>
    <p:sldId id="277" r:id="rId63"/>
    <p:sldId id="305" r:id="rId64"/>
    <p:sldId id="341" r:id="rId65"/>
    <p:sldId id="278" r:id="rId66"/>
    <p:sldId id="283" r:id="rId67"/>
    <p:sldId id="342" r:id="rId68"/>
    <p:sldId id="315" r:id="rId69"/>
    <p:sldId id="282" r:id="rId70"/>
    <p:sldId id="280" r:id="rId71"/>
    <p:sldId id="281" r:id="rId72"/>
    <p:sldId id="344" r:id="rId73"/>
    <p:sldId id="284" r:id="rId74"/>
    <p:sldId id="287" r:id="rId75"/>
    <p:sldId id="286" r:id="rId76"/>
    <p:sldId id="316" r:id="rId77"/>
    <p:sldId id="289" r:id="rId78"/>
    <p:sldId id="355" r:id="rId79"/>
    <p:sldId id="357" r:id="rId80"/>
    <p:sldId id="288" r:id="rId81"/>
    <p:sldId id="356" r:id="rId82"/>
    <p:sldId id="290" r:id="rId83"/>
    <p:sldId id="291" r:id="rId84"/>
    <p:sldId id="358" r:id="rId85"/>
    <p:sldId id="359" r:id="rId86"/>
    <p:sldId id="309" r:id="rId8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33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DFAA99-AC82-4BCC-F3A4-9C8CB9AED99A}" v="38" dt="2021-09-08T05:37:07.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636" autoAdjust="0"/>
  </p:normalViewPr>
  <p:slideViewPr>
    <p:cSldViewPr>
      <p:cViewPr>
        <p:scale>
          <a:sx n="107" d="100"/>
          <a:sy n="107" d="100"/>
        </p:scale>
        <p:origin x="-8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6/11/relationships/changesInfo" Target="changesInfos/changesInfo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era Koti Siva Prasad KASA" userId="S::vkasa@we-do-it.com::a1ad522e-aedf-4ca7-b2c1-71011414b636" providerId="AD" clId="Web-{ACDFAA99-AC82-4BCC-F3A4-9C8CB9AED99A}"/>
    <pc:docChg chg="addSld delSld modSld">
      <pc:chgData name="Veera Koti Siva Prasad KASA" userId="S::vkasa@we-do-it.com::a1ad522e-aedf-4ca7-b2c1-71011414b636" providerId="AD" clId="Web-{ACDFAA99-AC82-4BCC-F3A4-9C8CB9AED99A}" dt="2021-09-08T05:37:07.879" v="22"/>
      <pc:docMkLst>
        <pc:docMk/>
      </pc:docMkLst>
      <pc:sldChg chg="delSp modSp">
        <pc:chgData name="Veera Koti Siva Prasad KASA" userId="S::vkasa@we-do-it.com::a1ad522e-aedf-4ca7-b2c1-71011414b636" providerId="AD" clId="Web-{ACDFAA99-AC82-4BCC-F3A4-9C8CB9AED99A}" dt="2021-09-08T05:37:07.879" v="22"/>
        <pc:sldMkLst>
          <pc:docMk/>
          <pc:sldMk cId="0" sldId="256"/>
        </pc:sldMkLst>
        <pc:spChg chg="mod">
          <ac:chgData name="Veera Koti Siva Prasad KASA" userId="S::vkasa@we-do-it.com::a1ad522e-aedf-4ca7-b2c1-71011414b636" providerId="AD" clId="Web-{ACDFAA99-AC82-4BCC-F3A4-9C8CB9AED99A}" dt="2021-09-08T05:36:34.409" v="18" actId="14100"/>
          <ac:spMkLst>
            <pc:docMk/>
            <pc:sldMk cId="0" sldId="256"/>
            <ac:spMk id="2050" creationId="{2088FF02-2720-412B-A7E8-EE5F32A7A98A}"/>
          </ac:spMkLst>
        </pc:spChg>
        <pc:spChg chg="del mod ord">
          <ac:chgData name="Veera Koti Siva Prasad KASA" userId="S::vkasa@we-do-it.com::a1ad522e-aedf-4ca7-b2c1-71011414b636" providerId="AD" clId="Web-{ACDFAA99-AC82-4BCC-F3A4-9C8CB9AED99A}" dt="2021-09-08T05:37:07.879" v="22"/>
          <ac:spMkLst>
            <pc:docMk/>
            <pc:sldMk cId="0" sldId="256"/>
            <ac:spMk id="2051" creationId="{AB2E3281-CC4F-4E4E-940D-8B4192CE52D2}"/>
          </ac:spMkLst>
        </pc:spChg>
      </pc:sldChg>
      <pc:sldChg chg="modSp add del">
        <pc:chgData name="Veera Koti Siva Prasad KASA" userId="S::vkasa@we-do-it.com::a1ad522e-aedf-4ca7-b2c1-71011414b636" providerId="AD" clId="Web-{ACDFAA99-AC82-4BCC-F3A4-9C8CB9AED99A}" dt="2021-09-08T05:35:26.642" v="10" actId="14100"/>
        <pc:sldMkLst>
          <pc:docMk/>
          <pc:sldMk cId="0" sldId="309"/>
        </pc:sldMkLst>
        <pc:spChg chg="mod">
          <ac:chgData name="Veera Koti Siva Prasad KASA" userId="S::vkasa@we-do-it.com::a1ad522e-aedf-4ca7-b2c1-71011414b636" providerId="AD" clId="Web-{ACDFAA99-AC82-4BCC-F3A4-9C8CB9AED99A}" dt="2021-09-08T05:35:26.642" v="10" actId="14100"/>
          <ac:spMkLst>
            <pc:docMk/>
            <pc:sldMk cId="0" sldId="309"/>
            <ac:spMk id="62467" creationId="{7390AEA5-125C-43A8-8E2B-8F8F428DED7C}"/>
          </ac:spMkLst>
        </pc:spChg>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image" Target="../media/image46.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image" Target="../media/image48.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1.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7B56D9DD-1BC2-4359-B7DB-C7984B97DFF0}"/>
              </a:ext>
            </a:extLst>
          </p:cNvPr>
          <p:cNvGrpSpPr>
            <a:grpSpLocks/>
          </p:cNvGrpSpPr>
          <p:nvPr/>
        </p:nvGrpSpPr>
        <p:grpSpPr bwMode="auto">
          <a:xfrm>
            <a:off x="0" y="0"/>
            <a:ext cx="9148763" cy="6851650"/>
            <a:chOff x="1" y="0"/>
            <a:chExt cx="5763" cy="4316"/>
          </a:xfrm>
        </p:grpSpPr>
        <p:sp>
          <p:nvSpPr>
            <p:cNvPr id="5" name="Freeform 3">
              <a:extLst>
                <a:ext uri="{FF2B5EF4-FFF2-40B4-BE49-F238E27FC236}">
                  <a16:creationId xmlns:a16="http://schemas.microsoft.com/office/drawing/2014/main" id="{B77E0B3E-59A1-40DC-AAFC-9DF28EB60245}"/>
                </a:ext>
              </a:extLst>
            </p:cNvPr>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6" name="Freeform 4">
              <a:extLst>
                <a:ext uri="{FF2B5EF4-FFF2-40B4-BE49-F238E27FC236}">
                  <a16:creationId xmlns:a16="http://schemas.microsoft.com/office/drawing/2014/main" id="{5F71E7DE-90F7-4970-A73D-13311B3BE333}"/>
                </a:ext>
              </a:extLst>
            </p:cNvPr>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7" name="Freeform 5">
              <a:extLst>
                <a:ext uri="{FF2B5EF4-FFF2-40B4-BE49-F238E27FC236}">
                  <a16:creationId xmlns:a16="http://schemas.microsoft.com/office/drawing/2014/main" id="{9C3436DA-BB87-4AC0-9FD1-420B09D3B741}"/>
                </a:ext>
              </a:extLst>
            </p:cNvPr>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grpSp>
          <p:nvGrpSpPr>
            <p:cNvPr id="8" name="Group 6">
              <a:extLst>
                <a:ext uri="{FF2B5EF4-FFF2-40B4-BE49-F238E27FC236}">
                  <a16:creationId xmlns:a16="http://schemas.microsoft.com/office/drawing/2014/main" id="{79521FCD-8DA9-4CCC-BC4E-AABF8A1FCA95}"/>
                </a:ext>
              </a:extLst>
            </p:cNvPr>
            <p:cNvGrpSpPr>
              <a:grpSpLocks/>
            </p:cNvGrpSpPr>
            <p:nvPr/>
          </p:nvGrpSpPr>
          <p:grpSpPr bwMode="auto">
            <a:xfrm>
              <a:off x="288" y="0"/>
              <a:ext cx="5098" cy="4316"/>
              <a:chOff x="288" y="0"/>
              <a:chExt cx="5098" cy="4316"/>
            </a:xfrm>
          </p:grpSpPr>
          <p:sp>
            <p:nvSpPr>
              <p:cNvPr id="28" name="Freeform 7">
                <a:extLst>
                  <a:ext uri="{FF2B5EF4-FFF2-40B4-BE49-F238E27FC236}">
                    <a16:creationId xmlns:a16="http://schemas.microsoft.com/office/drawing/2014/main" id="{E93C7BD7-654B-480F-8DAD-6DF70D267752}"/>
                  </a:ext>
                </a:extLst>
              </p:cNvPr>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29" name="Freeform 8">
                <a:extLst>
                  <a:ext uri="{FF2B5EF4-FFF2-40B4-BE49-F238E27FC236}">
                    <a16:creationId xmlns:a16="http://schemas.microsoft.com/office/drawing/2014/main" id="{67A2A7AF-5F81-45F5-835C-702858ED0D42}"/>
                  </a:ext>
                </a:extLst>
              </p:cNvPr>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0" name="Freeform 9">
                <a:extLst>
                  <a:ext uri="{FF2B5EF4-FFF2-40B4-BE49-F238E27FC236}">
                    <a16:creationId xmlns:a16="http://schemas.microsoft.com/office/drawing/2014/main" id="{924AF4AF-D9E4-48CD-96F1-530A728FCF12}"/>
                  </a:ext>
                </a:extLst>
              </p:cNvPr>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1" name="Freeform 10">
                <a:extLst>
                  <a:ext uri="{FF2B5EF4-FFF2-40B4-BE49-F238E27FC236}">
                    <a16:creationId xmlns:a16="http://schemas.microsoft.com/office/drawing/2014/main" id="{340D7DBD-5F2E-4858-AC70-B4A94D815D2D}"/>
                  </a:ext>
                </a:extLst>
              </p:cNvPr>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2" name="Freeform 11">
                <a:extLst>
                  <a:ext uri="{FF2B5EF4-FFF2-40B4-BE49-F238E27FC236}">
                    <a16:creationId xmlns:a16="http://schemas.microsoft.com/office/drawing/2014/main" id="{58BB411C-49C6-4E1C-9AFD-B64C97655682}"/>
                  </a:ext>
                </a:extLst>
              </p:cNvPr>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3" name="Freeform 12">
                <a:extLst>
                  <a:ext uri="{FF2B5EF4-FFF2-40B4-BE49-F238E27FC236}">
                    <a16:creationId xmlns:a16="http://schemas.microsoft.com/office/drawing/2014/main" id="{C6F6B89C-E17A-4BB2-8793-EDF4A755278E}"/>
                  </a:ext>
                </a:extLst>
              </p:cNvPr>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4" name="Freeform 13">
                <a:extLst>
                  <a:ext uri="{FF2B5EF4-FFF2-40B4-BE49-F238E27FC236}">
                    <a16:creationId xmlns:a16="http://schemas.microsoft.com/office/drawing/2014/main" id="{E94B1256-4C56-4A1F-9478-C5AB2528D226}"/>
                  </a:ext>
                </a:extLst>
              </p:cNvPr>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5" name="Freeform 14">
                <a:extLst>
                  <a:ext uri="{FF2B5EF4-FFF2-40B4-BE49-F238E27FC236}">
                    <a16:creationId xmlns:a16="http://schemas.microsoft.com/office/drawing/2014/main" id="{F6D00BD2-E6B8-4CD6-B6AB-9B26E132FFBB}"/>
                  </a:ext>
                </a:extLst>
              </p:cNvPr>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6" name="Freeform 15">
                <a:extLst>
                  <a:ext uri="{FF2B5EF4-FFF2-40B4-BE49-F238E27FC236}">
                    <a16:creationId xmlns:a16="http://schemas.microsoft.com/office/drawing/2014/main" id="{DC27DFBE-1A8B-4581-8883-06D974FB38FD}"/>
                  </a:ext>
                </a:extLst>
              </p:cNvPr>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7" name="Freeform 16">
                <a:extLst>
                  <a:ext uri="{FF2B5EF4-FFF2-40B4-BE49-F238E27FC236}">
                    <a16:creationId xmlns:a16="http://schemas.microsoft.com/office/drawing/2014/main" id="{8827F977-8AC9-45C4-953D-4AB1A49AD9EB}"/>
                  </a:ext>
                </a:extLst>
              </p:cNvPr>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8" name="Freeform 17">
                <a:extLst>
                  <a:ext uri="{FF2B5EF4-FFF2-40B4-BE49-F238E27FC236}">
                    <a16:creationId xmlns:a16="http://schemas.microsoft.com/office/drawing/2014/main" id="{92470CB5-35A1-49CD-B1B6-9AD33CE30302}"/>
                  </a:ext>
                </a:extLst>
              </p:cNvPr>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39" name="Freeform 18">
                <a:extLst>
                  <a:ext uri="{FF2B5EF4-FFF2-40B4-BE49-F238E27FC236}">
                    <a16:creationId xmlns:a16="http://schemas.microsoft.com/office/drawing/2014/main" id="{4D3F6DCA-9734-4AE7-877C-F802A7285775}"/>
                  </a:ext>
                </a:extLst>
              </p:cNvPr>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40" name="Freeform 19">
                <a:extLst>
                  <a:ext uri="{FF2B5EF4-FFF2-40B4-BE49-F238E27FC236}">
                    <a16:creationId xmlns:a16="http://schemas.microsoft.com/office/drawing/2014/main" id="{CA4B0A88-AACD-46E1-916B-27C24399B427}"/>
                  </a:ext>
                </a:extLst>
              </p:cNvPr>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grpSp>
        <p:sp>
          <p:nvSpPr>
            <p:cNvPr id="9" name="Freeform 20">
              <a:extLst>
                <a:ext uri="{FF2B5EF4-FFF2-40B4-BE49-F238E27FC236}">
                  <a16:creationId xmlns:a16="http://schemas.microsoft.com/office/drawing/2014/main" id="{F8075EB2-A661-4016-933C-967020A8B2DF}"/>
                </a:ext>
              </a:extLst>
            </p:cNvPr>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0" name="Freeform 21">
              <a:extLst>
                <a:ext uri="{FF2B5EF4-FFF2-40B4-BE49-F238E27FC236}">
                  <a16:creationId xmlns:a16="http://schemas.microsoft.com/office/drawing/2014/main" id="{C2883CC6-8FE1-4ECB-9B47-01A0D60616A2}"/>
                </a:ext>
              </a:extLst>
            </p:cNvPr>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1" name="Freeform 22">
              <a:extLst>
                <a:ext uri="{FF2B5EF4-FFF2-40B4-BE49-F238E27FC236}">
                  <a16:creationId xmlns:a16="http://schemas.microsoft.com/office/drawing/2014/main" id="{FCCC6363-A5B7-4BA4-9CAA-77700BE403D8}"/>
                </a:ext>
              </a:extLst>
            </p:cNvPr>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2" name="Freeform 23">
              <a:extLst>
                <a:ext uri="{FF2B5EF4-FFF2-40B4-BE49-F238E27FC236}">
                  <a16:creationId xmlns:a16="http://schemas.microsoft.com/office/drawing/2014/main" id="{06147FDC-90AD-46E7-8EC8-020885ACACD6}"/>
                </a:ext>
              </a:extLst>
            </p:cNvPr>
            <p:cNvSpPr>
              <a:spLocks/>
            </p:cNvSpPr>
            <p:nvPr/>
          </p:nvSpPr>
          <p:spPr bwMode="hidden">
            <a:xfrm>
              <a:off x="5041" y="0"/>
              <a:ext cx="719" cy="845"/>
            </a:xfrm>
            <a:custGeom>
              <a:avLst/>
              <a:gdLst>
                <a:gd name="T0" fmla="*/ 721 w 717"/>
                <a:gd name="T1" fmla="*/ 845 h 845"/>
                <a:gd name="T2" fmla="*/ 721 w 717"/>
                <a:gd name="T3" fmla="*/ 821 h 845"/>
                <a:gd name="T4" fmla="*/ 578 w 717"/>
                <a:gd name="T5" fmla="*/ 605 h 845"/>
                <a:gd name="T6" fmla="*/ 408 w 717"/>
                <a:gd name="T7" fmla="*/ 396 h 845"/>
                <a:gd name="T8" fmla="*/ 223 w 717"/>
                <a:gd name="T9" fmla="*/ 192 h 845"/>
                <a:gd name="T10" fmla="*/ 17 w 717"/>
                <a:gd name="T11" fmla="*/ 0 h 845"/>
                <a:gd name="T12" fmla="*/ 0 w 717"/>
                <a:gd name="T13" fmla="*/ 0 h 845"/>
                <a:gd name="T14" fmla="*/ 211 w 717"/>
                <a:gd name="T15" fmla="*/ 198 h 845"/>
                <a:gd name="T16" fmla="*/ 402 w 717"/>
                <a:gd name="T17" fmla="*/ 408 h 845"/>
                <a:gd name="T18" fmla="*/ 572 w 717"/>
                <a:gd name="T19" fmla="*/ 623 h 845"/>
                <a:gd name="T20" fmla="*/ 721 w 717"/>
                <a:gd name="T21" fmla="*/ 845 h 845"/>
                <a:gd name="T22" fmla="*/ 721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24">
              <a:extLst>
                <a:ext uri="{FF2B5EF4-FFF2-40B4-BE49-F238E27FC236}">
                  <a16:creationId xmlns:a16="http://schemas.microsoft.com/office/drawing/2014/main" id="{708B32EA-A23C-4E8F-8577-8AB85028BD9B}"/>
                </a:ext>
              </a:extLst>
            </p:cNvPr>
            <p:cNvSpPr>
              <a:spLocks/>
            </p:cNvSpPr>
            <p:nvPr/>
          </p:nvSpPr>
          <p:spPr bwMode="hidden">
            <a:xfrm>
              <a:off x="5352" y="0"/>
              <a:ext cx="408" cy="414"/>
            </a:xfrm>
            <a:custGeom>
              <a:avLst/>
              <a:gdLst>
                <a:gd name="T0" fmla="*/ 409 w 407"/>
                <a:gd name="T1" fmla="*/ 414 h 414"/>
                <a:gd name="T2" fmla="*/ 409 w 407"/>
                <a:gd name="T3" fmla="*/ 396 h 414"/>
                <a:gd name="T4" fmla="*/ 224 w 407"/>
                <a:gd name="T5" fmla="*/ 192 h 414"/>
                <a:gd name="T6" fmla="*/ 12 w 407"/>
                <a:gd name="T7" fmla="*/ 0 h 414"/>
                <a:gd name="T8" fmla="*/ 0 w 407"/>
                <a:gd name="T9" fmla="*/ 0 h 414"/>
                <a:gd name="T10" fmla="*/ 108 w 407"/>
                <a:gd name="T11" fmla="*/ 102 h 414"/>
                <a:gd name="T12" fmla="*/ 218 w 407"/>
                <a:gd name="T13" fmla="*/ 204 h 414"/>
                <a:gd name="T14" fmla="*/ 409 w 407"/>
                <a:gd name="T15" fmla="*/ 414 h 414"/>
                <a:gd name="T16" fmla="*/ 409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25">
              <a:extLst>
                <a:ext uri="{FF2B5EF4-FFF2-40B4-BE49-F238E27FC236}">
                  <a16:creationId xmlns:a16="http://schemas.microsoft.com/office/drawing/2014/main" id="{D2E50D8D-6BE2-48A0-8DAD-4DBAC8A78076}"/>
                </a:ext>
              </a:extLst>
            </p:cNvPr>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5" name="Freeform 26">
              <a:extLst>
                <a:ext uri="{FF2B5EF4-FFF2-40B4-BE49-F238E27FC236}">
                  <a16:creationId xmlns:a16="http://schemas.microsoft.com/office/drawing/2014/main" id="{9F4ABCC9-B7E1-4596-9E8B-AC54FA984B15}"/>
                </a:ext>
              </a:extLst>
            </p:cNvPr>
            <p:cNvSpPr>
              <a:spLocks/>
            </p:cNvSpPr>
            <p:nvPr/>
          </p:nvSpPr>
          <p:spPr bwMode="hidden">
            <a:xfrm>
              <a:off x="6" y="0"/>
              <a:ext cx="588" cy="599"/>
            </a:xfrm>
            <a:custGeom>
              <a:avLst/>
              <a:gdLst>
                <a:gd name="T0" fmla="*/ 590 w 586"/>
                <a:gd name="T1" fmla="*/ 0 h 599"/>
                <a:gd name="T2" fmla="*/ 572 w 586"/>
                <a:gd name="T3" fmla="*/ 0 h 599"/>
                <a:gd name="T4" fmla="*/ 409 w 586"/>
                <a:gd name="T5" fmla="*/ 132 h 599"/>
                <a:gd name="T6" fmla="*/ 259 w 586"/>
                <a:gd name="T7" fmla="*/ 270 h 599"/>
                <a:gd name="T8" fmla="*/ 120 w 586"/>
                <a:gd name="T9" fmla="*/ 420 h 599"/>
                <a:gd name="T10" fmla="*/ 0 w 586"/>
                <a:gd name="T11" fmla="*/ 575 h 599"/>
                <a:gd name="T12" fmla="*/ 0 w 586"/>
                <a:gd name="T13" fmla="*/ 599 h 599"/>
                <a:gd name="T14" fmla="*/ 120 w 586"/>
                <a:gd name="T15" fmla="*/ 432 h 599"/>
                <a:gd name="T16" fmla="*/ 259 w 586"/>
                <a:gd name="T17" fmla="*/ 282 h 599"/>
                <a:gd name="T18" fmla="*/ 415 w 586"/>
                <a:gd name="T19" fmla="*/ 138 h 599"/>
                <a:gd name="T20" fmla="*/ 590 w 586"/>
                <a:gd name="T21" fmla="*/ 0 h 599"/>
                <a:gd name="T22" fmla="*/ 590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27">
              <a:extLst>
                <a:ext uri="{FF2B5EF4-FFF2-40B4-BE49-F238E27FC236}">
                  <a16:creationId xmlns:a16="http://schemas.microsoft.com/office/drawing/2014/main" id="{408CE511-CAFF-41B4-875A-545F9D4B2639}"/>
                </a:ext>
              </a:extLst>
            </p:cNvPr>
            <p:cNvSpPr>
              <a:spLocks/>
            </p:cNvSpPr>
            <p:nvPr/>
          </p:nvSpPr>
          <p:spPr bwMode="hidden">
            <a:xfrm>
              <a:off x="6" y="0"/>
              <a:ext cx="270" cy="252"/>
            </a:xfrm>
            <a:custGeom>
              <a:avLst/>
              <a:gdLst>
                <a:gd name="T0" fmla="*/ 271 w 269"/>
                <a:gd name="T1" fmla="*/ 0 h 252"/>
                <a:gd name="T2" fmla="*/ 253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1 w 269"/>
                <a:gd name="T15" fmla="*/ 0 h 252"/>
                <a:gd name="T16" fmla="*/ 271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Line 28">
              <a:extLst>
                <a:ext uri="{FF2B5EF4-FFF2-40B4-BE49-F238E27FC236}">
                  <a16:creationId xmlns:a16="http://schemas.microsoft.com/office/drawing/2014/main" id="{3DC6ACC8-5BE7-4BF5-8A14-06AFD1D060E8}"/>
                </a:ext>
              </a:extLst>
            </p:cNvPr>
            <p:cNvSpPr>
              <a:spLocks noChangeShapeType="1"/>
            </p:cNvSpPr>
            <p:nvPr/>
          </p:nvSpPr>
          <p:spPr bwMode="hidden">
            <a:xfrm>
              <a:off x="1" y="2749"/>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9">
              <a:extLst>
                <a:ext uri="{FF2B5EF4-FFF2-40B4-BE49-F238E27FC236}">
                  <a16:creationId xmlns:a16="http://schemas.microsoft.com/office/drawing/2014/main" id="{9A59E67A-C0E0-46D3-87C6-08760733CD34}"/>
                </a:ext>
              </a:extLst>
            </p:cNvPr>
            <p:cNvSpPr>
              <a:spLocks noChangeShapeType="1"/>
            </p:cNvSpPr>
            <p:nvPr/>
          </p:nvSpPr>
          <p:spPr bwMode="hidden">
            <a:xfrm>
              <a:off x="1" y="2356"/>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30">
              <a:extLst>
                <a:ext uri="{FF2B5EF4-FFF2-40B4-BE49-F238E27FC236}">
                  <a16:creationId xmlns:a16="http://schemas.microsoft.com/office/drawing/2014/main" id="{B901E01B-B50F-40EE-984B-F6C9241BC9ED}"/>
                </a:ext>
              </a:extLst>
            </p:cNvPr>
            <p:cNvSpPr>
              <a:spLocks noChangeShapeType="1"/>
            </p:cNvSpPr>
            <p:nvPr/>
          </p:nvSpPr>
          <p:spPr bwMode="hidden">
            <a:xfrm>
              <a:off x="1" y="3142"/>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0" name="Group 31">
              <a:extLst>
                <a:ext uri="{FF2B5EF4-FFF2-40B4-BE49-F238E27FC236}">
                  <a16:creationId xmlns:a16="http://schemas.microsoft.com/office/drawing/2014/main" id="{6C2B1CBC-802E-4A1B-B8E0-E8AC43CE6DDF}"/>
                </a:ext>
              </a:extLst>
            </p:cNvPr>
            <p:cNvGrpSpPr>
              <a:grpSpLocks/>
            </p:cNvGrpSpPr>
            <p:nvPr/>
          </p:nvGrpSpPr>
          <p:grpSpPr bwMode="auto">
            <a:xfrm>
              <a:off x="1" y="392"/>
              <a:ext cx="5758" cy="1571"/>
              <a:chOff x="1" y="392"/>
              <a:chExt cx="5758" cy="1571"/>
            </a:xfrm>
          </p:grpSpPr>
          <p:sp>
            <p:nvSpPr>
              <p:cNvPr id="23" name="Line 32">
                <a:extLst>
                  <a:ext uri="{FF2B5EF4-FFF2-40B4-BE49-F238E27FC236}">
                    <a16:creationId xmlns:a16="http://schemas.microsoft.com/office/drawing/2014/main" id="{EF89D40C-C0FD-47C5-A3A4-63D5FBDA43D2}"/>
                  </a:ext>
                </a:extLst>
              </p:cNvPr>
              <p:cNvSpPr>
                <a:spLocks noChangeShapeType="1"/>
              </p:cNvSpPr>
              <p:nvPr userDrawn="1"/>
            </p:nvSpPr>
            <p:spPr bwMode="hidden">
              <a:xfrm>
                <a:off x="1" y="784"/>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33">
                <a:extLst>
                  <a:ext uri="{FF2B5EF4-FFF2-40B4-BE49-F238E27FC236}">
                    <a16:creationId xmlns:a16="http://schemas.microsoft.com/office/drawing/2014/main" id="{C74D4356-CFA1-4B9E-BEE3-711E7A03343D}"/>
                  </a:ext>
                </a:extLst>
              </p:cNvPr>
              <p:cNvSpPr>
                <a:spLocks noChangeShapeType="1"/>
              </p:cNvSpPr>
              <p:nvPr userDrawn="1"/>
            </p:nvSpPr>
            <p:spPr bwMode="hidden">
              <a:xfrm>
                <a:off x="1" y="1963"/>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34">
                <a:extLst>
                  <a:ext uri="{FF2B5EF4-FFF2-40B4-BE49-F238E27FC236}">
                    <a16:creationId xmlns:a16="http://schemas.microsoft.com/office/drawing/2014/main" id="{2F7DF7DA-322C-4C52-B2F8-F335DFECE52D}"/>
                  </a:ext>
                </a:extLst>
              </p:cNvPr>
              <p:cNvSpPr>
                <a:spLocks noChangeShapeType="1"/>
              </p:cNvSpPr>
              <p:nvPr userDrawn="1"/>
            </p:nvSpPr>
            <p:spPr bwMode="hidden">
              <a:xfrm>
                <a:off x="1" y="1570"/>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35">
                <a:extLst>
                  <a:ext uri="{FF2B5EF4-FFF2-40B4-BE49-F238E27FC236}">
                    <a16:creationId xmlns:a16="http://schemas.microsoft.com/office/drawing/2014/main" id="{DF9FE767-0122-46F9-84B6-577BE13DB9C0}"/>
                  </a:ext>
                </a:extLst>
              </p:cNvPr>
              <p:cNvSpPr>
                <a:spLocks noChangeShapeType="1"/>
              </p:cNvSpPr>
              <p:nvPr userDrawn="1"/>
            </p:nvSpPr>
            <p:spPr bwMode="hidden">
              <a:xfrm>
                <a:off x="1" y="1177"/>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36">
                <a:extLst>
                  <a:ext uri="{FF2B5EF4-FFF2-40B4-BE49-F238E27FC236}">
                    <a16:creationId xmlns:a16="http://schemas.microsoft.com/office/drawing/2014/main" id="{1B89522C-1035-4AEC-A580-8386D2349A12}"/>
                  </a:ext>
                </a:extLst>
              </p:cNvPr>
              <p:cNvSpPr>
                <a:spLocks noChangeShapeType="1"/>
              </p:cNvSpPr>
              <p:nvPr userDrawn="1"/>
            </p:nvSpPr>
            <p:spPr bwMode="hidden">
              <a:xfrm>
                <a:off x="1" y="392"/>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 name="Line 37">
              <a:extLst>
                <a:ext uri="{FF2B5EF4-FFF2-40B4-BE49-F238E27FC236}">
                  <a16:creationId xmlns:a16="http://schemas.microsoft.com/office/drawing/2014/main" id="{09CD1CD8-F2D4-4DFF-BC6F-41A1728466C4}"/>
                </a:ext>
              </a:extLst>
            </p:cNvPr>
            <p:cNvSpPr>
              <a:spLocks noChangeShapeType="1"/>
            </p:cNvSpPr>
            <p:nvPr/>
          </p:nvSpPr>
          <p:spPr bwMode="hidden">
            <a:xfrm>
              <a:off x="1" y="3928"/>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38">
              <a:extLst>
                <a:ext uri="{FF2B5EF4-FFF2-40B4-BE49-F238E27FC236}">
                  <a16:creationId xmlns:a16="http://schemas.microsoft.com/office/drawing/2014/main" id="{93BED732-0A4A-4211-BBF3-24665DCAEAFA}"/>
                </a:ext>
              </a:extLst>
            </p:cNvPr>
            <p:cNvSpPr>
              <a:spLocks noChangeShapeType="1"/>
            </p:cNvSpPr>
            <p:nvPr/>
          </p:nvSpPr>
          <p:spPr bwMode="hidden">
            <a:xfrm>
              <a:off x="1" y="3535"/>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0023" name="Rectangle 39"/>
          <p:cNvSpPr>
            <a:spLocks noGrp="1" noChangeArrowheads="1"/>
          </p:cNvSpPr>
          <p:nvPr>
            <p:ph type="ctrTitle" sz="quarter"/>
          </p:nvPr>
        </p:nvSpPr>
        <p:spPr>
          <a:xfrm>
            <a:off x="685800" y="1692275"/>
            <a:ext cx="7772400" cy="1736725"/>
          </a:xfrm>
        </p:spPr>
        <p:txBody>
          <a:bodyPr anchor="b"/>
          <a:lstStyle>
            <a:lvl1pPr>
              <a:defRPr sz="5400"/>
            </a:lvl1pPr>
          </a:lstStyle>
          <a:p>
            <a:pPr lvl="0"/>
            <a:r>
              <a:rPr lang="en-US" noProof="0"/>
              <a:t>Click to edit Master title style</a:t>
            </a:r>
          </a:p>
        </p:txBody>
      </p:sp>
      <p:sp>
        <p:nvSpPr>
          <p:cNvPr id="170024"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41" name="Rectangle 41">
            <a:extLst>
              <a:ext uri="{FF2B5EF4-FFF2-40B4-BE49-F238E27FC236}">
                <a16:creationId xmlns:a16="http://schemas.microsoft.com/office/drawing/2014/main" id="{F59A9242-1D63-49B4-BA3B-12BC34826658}"/>
              </a:ext>
            </a:extLst>
          </p:cNvPr>
          <p:cNvSpPr>
            <a:spLocks noGrp="1" noChangeArrowheads="1"/>
          </p:cNvSpPr>
          <p:nvPr>
            <p:ph type="dt" sz="quarter" idx="10"/>
          </p:nvPr>
        </p:nvSpPr>
        <p:spPr/>
        <p:txBody>
          <a:bodyPr/>
          <a:lstStyle>
            <a:lvl1pPr>
              <a:defRPr/>
            </a:lvl1pPr>
          </a:lstStyle>
          <a:p>
            <a:pPr>
              <a:defRPr/>
            </a:pPr>
            <a:endParaRPr lang="en-US"/>
          </a:p>
        </p:txBody>
      </p:sp>
      <p:sp>
        <p:nvSpPr>
          <p:cNvPr id="42" name="Rectangle 42">
            <a:extLst>
              <a:ext uri="{FF2B5EF4-FFF2-40B4-BE49-F238E27FC236}">
                <a16:creationId xmlns:a16="http://schemas.microsoft.com/office/drawing/2014/main" id="{1B915114-B983-48EF-A0E4-E65370D4E8B9}"/>
              </a:ext>
            </a:extLst>
          </p:cNvPr>
          <p:cNvSpPr>
            <a:spLocks noGrp="1" noChangeArrowheads="1"/>
          </p:cNvSpPr>
          <p:nvPr>
            <p:ph type="ftr" sz="quarter" idx="11"/>
          </p:nvPr>
        </p:nvSpPr>
        <p:spPr/>
        <p:txBody>
          <a:bodyPr/>
          <a:lstStyle>
            <a:lvl1pPr>
              <a:defRPr/>
            </a:lvl1pPr>
          </a:lstStyle>
          <a:p>
            <a:pPr>
              <a:defRPr/>
            </a:pPr>
            <a:endParaRPr lang="en-US"/>
          </a:p>
        </p:txBody>
      </p:sp>
      <p:sp>
        <p:nvSpPr>
          <p:cNvPr id="43" name="Rectangle 43">
            <a:extLst>
              <a:ext uri="{FF2B5EF4-FFF2-40B4-BE49-F238E27FC236}">
                <a16:creationId xmlns:a16="http://schemas.microsoft.com/office/drawing/2014/main" id="{A8586A93-18E8-43F8-8025-63F061BFA6AF}"/>
              </a:ext>
            </a:extLst>
          </p:cNvPr>
          <p:cNvSpPr>
            <a:spLocks noGrp="1" noChangeArrowheads="1"/>
          </p:cNvSpPr>
          <p:nvPr>
            <p:ph type="sldNum" sz="quarter" idx="12"/>
          </p:nvPr>
        </p:nvSpPr>
        <p:spPr/>
        <p:txBody>
          <a:bodyPr/>
          <a:lstStyle>
            <a:lvl1pPr>
              <a:defRPr/>
            </a:lvl1pPr>
          </a:lstStyle>
          <a:p>
            <a:fld id="{134A862B-4A55-411E-9B54-C6425AD799F0}" type="slidenum">
              <a:rPr lang="en-US" altLang="en-US"/>
              <a:pPr/>
              <a:t>‹#›</a:t>
            </a:fld>
            <a:endParaRPr lang="en-US" altLang="en-US"/>
          </a:p>
        </p:txBody>
      </p:sp>
    </p:spTree>
    <p:extLst>
      <p:ext uri="{BB962C8B-B14F-4D97-AF65-F5344CB8AC3E}">
        <p14:creationId xmlns:p14="http://schemas.microsoft.com/office/powerpoint/2010/main" val="614978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0">
            <a:extLst>
              <a:ext uri="{FF2B5EF4-FFF2-40B4-BE49-F238E27FC236}">
                <a16:creationId xmlns:a16="http://schemas.microsoft.com/office/drawing/2014/main" id="{8BF453FC-E1B7-496E-9C99-1B2B4E85A7B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1">
            <a:extLst>
              <a:ext uri="{FF2B5EF4-FFF2-40B4-BE49-F238E27FC236}">
                <a16:creationId xmlns:a16="http://schemas.microsoft.com/office/drawing/2014/main" id="{DB25841E-DD3B-4171-BA18-9FE07CD331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42">
            <a:extLst>
              <a:ext uri="{FF2B5EF4-FFF2-40B4-BE49-F238E27FC236}">
                <a16:creationId xmlns:a16="http://schemas.microsoft.com/office/drawing/2014/main" id="{A8A48EF7-81E5-412B-A62C-6138FB67A6C2}"/>
              </a:ext>
            </a:extLst>
          </p:cNvPr>
          <p:cNvSpPr>
            <a:spLocks noGrp="1" noChangeArrowheads="1"/>
          </p:cNvSpPr>
          <p:nvPr>
            <p:ph type="sldNum" sz="quarter" idx="12"/>
          </p:nvPr>
        </p:nvSpPr>
        <p:spPr>
          <a:ln/>
        </p:spPr>
        <p:txBody>
          <a:bodyPr/>
          <a:lstStyle>
            <a:lvl1pPr>
              <a:defRPr/>
            </a:lvl1pPr>
          </a:lstStyle>
          <a:p>
            <a:fld id="{D8CA98E0-1061-453D-8586-E7BC9C672A10}" type="slidenum">
              <a:rPr lang="en-US" altLang="en-US"/>
              <a:pPr/>
              <a:t>‹#›</a:t>
            </a:fld>
            <a:endParaRPr lang="en-US" altLang="en-US"/>
          </a:p>
        </p:txBody>
      </p:sp>
    </p:spTree>
    <p:extLst>
      <p:ext uri="{BB962C8B-B14F-4D97-AF65-F5344CB8AC3E}">
        <p14:creationId xmlns:p14="http://schemas.microsoft.com/office/powerpoint/2010/main" val="127684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0">
            <a:extLst>
              <a:ext uri="{FF2B5EF4-FFF2-40B4-BE49-F238E27FC236}">
                <a16:creationId xmlns:a16="http://schemas.microsoft.com/office/drawing/2014/main" id="{8FD4F881-FA1B-4744-9AB5-C4A790A5B5B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1">
            <a:extLst>
              <a:ext uri="{FF2B5EF4-FFF2-40B4-BE49-F238E27FC236}">
                <a16:creationId xmlns:a16="http://schemas.microsoft.com/office/drawing/2014/main" id="{F0D05E63-7B0E-4301-954C-2835409906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42">
            <a:extLst>
              <a:ext uri="{FF2B5EF4-FFF2-40B4-BE49-F238E27FC236}">
                <a16:creationId xmlns:a16="http://schemas.microsoft.com/office/drawing/2014/main" id="{5DEDEFD3-0E8F-493A-856A-7924FC4C3A48}"/>
              </a:ext>
            </a:extLst>
          </p:cNvPr>
          <p:cNvSpPr>
            <a:spLocks noGrp="1" noChangeArrowheads="1"/>
          </p:cNvSpPr>
          <p:nvPr>
            <p:ph type="sldNum" sz="quarter" idx="12"/>
          </p:nvPr>
        </p:nvSpPr>
        <p:spPr>
          <a:ln/>
        </p:spPr>
        <p:txBody>
          <a:bodyPr/>
          <a:lstStyle>
            <a:lvl1pPr>
              <a:defRPr/>
            </a:lvl1pPr>
          </a:lstStyle>
          <a:p>
            <a:fld id="{CDE1DE7E-BA0D-49F8-9C3A-ACB4238AFE87}" type="slidenum">
              <a:rPr lang="en-US" altLang="en-US"/>
              <a:pPr/>
              <a:t>‹#›</a:t>
            </a:fld>
            <a:endParaRPr lang="en-US" altLang="en-US"/>
          </a:p>
        </p:txBody>
      </p:sp>
    </p:spTree>
    <p:extLst>
      <p:ext uri="{BB962C8B-B14F-4D97-AF65-F5344CB8AC3E}">
        <p14:creationId xmlns:p14="http://schemas.microsoft.com/office/powerpoint/2010/main" val="1754491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0">
            <a:extLst>
              <a:ext uri="{FF2B5EF4-FFF2-40B4-BE49-F238E27FC236}">
                <a16:creationId xmlns:a16="http://schemas.microsoft.com/office/drawing/2014/main" id="{31369A8F-1B6E-40BD-89BB-B8CC94FC73D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41">
            <a:extLst>
              <a:ext uri="{FF2B5EF4-FFF2-40B4-BE49-F238E27FC236}">
                <a16:creationId xmlns:a16="http://schemas.microsoft.com/office/drawing/2014/main" id="{0A6BA935-6B12-4CFB-8575-D0837B0E6E0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42">
            <a:extLst>
              <a:ext uri="{FF2B5EF4-FFF2-40B4-BE49-F238E27FC236}">
                <a16:creationId xmlns:a16="http://schemas.microsoft.com/office/drawing/2014/main" id="{97292C5D-F506-45D1-81CF-B6CCA1076B28}"/>
              </a:ext>
            </a:extLst>
          </p:cNvPr>
          <p:cNvSpPr>
            <a:spLocks noGrp="1" noChangeArrowheads="1"/>
          </p:cNvSpPr>
          <p:nvPr>
            <p:ph type="sldNum" sz="quarter" idx="12"/>
          </p:nvPr>
        </p:nvSpPr>
        <p:spPr>
          <a:ln/>
        </p:spPr>
        <p:txBody>
          <a:bodyPr/>
          <a:lstStyle>
            <a:lvl1pPr>
              <a:defRPr/>
            </a:lvl1pPr>
          </a:lstStyle>
          <a:p>
            <a:fld id="{4DD29627-12CE-4317-AECC-826387BF6124}" type="slidenum">
              <a:rPr lang="en-US" altLang="en-US"/>
              <a:pPr/>
              <a:t>‹#›</a:t>
            </a:fld>
            <a:endParaRPr lang="en-US" altLang="en-US"/>
          </a:p>
        </p:txBody>
      </p:sp>
    </p:spTree>
    <p:extLst>
      <p:ext uri="{BB962C8B-B14F-4D97-AF65-F5344CB8AC3E}">
        <p14:creationId xmlns:p14="http://schemas.microsoft.com/office/powerpoint/2010/main" val="3911338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0">
            <a:extLst>
              <a:ext uri="{FF2B5EF4-FFF2-40B4-BE49-F238E27FC236}">
                <a16:creationId xmlns:a16="http://schemas.microsoft.com/office/drawing/2014/main" id="{5A5A9021-4364-4567-9A86-3D4AF408498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41">
            <a:extLst>
              <a:ext uri="{FF2B5EF4-FFF2-40B4-BE49-F238E27FC236}">
                <a16:creationId xmlns:a16="http://schemas.microsoft.com/office/drawing/2014/main" id="{416E4AEA-0E2D-4819-BC27-452A920121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42">
            <a:extLst>
              <a:ext uri="{FF2B5EF4-FFF2-40B4-BE49-F238E27FC236}">
                <a16:creationId xmlns:a16="http://schemas.microsoft.com/office/drawing/2014/main" id="{1AD0C920-B7A9-442C-918A-0ACB8F639F4B}"/>
              </a:ext>
            </a:extLst>
          </p:cNvPr>
          <p:cNvSpPr>
            <a:spLocks noGrp="1" noChangeArrowheads="1"/>
          </p:cNvSpPr>
          <p:nvPr>
            <p:ph type="sldNum" sz="quarter" idx="12"/>
          </p:nvPr>
        </p:nvSpPr>
        <p:spPr>
          <a:ln/>
        </p:spPr>
        <p:txBody>
          <a:bodyPr/>
          <a:lstStyle>
            <a:lvl1pPr>
              <a:defRPr/>
            </a:lvl1pPr>
          </a:lstStyle>
          <a:p>
            <a:fld id="{CACADDE9-2FC4-4AFC-8B67-00A532272673}" type="slidenum">
              <a:rPr lang="en-US" altLang="en-US"/>
              <a:pPr/>
              <a:t>‹#›</a:t>
            </a:fld>
            <a:endParaRPr lang="en-US" altLang="en-US"/>
          </a:p>
        </p:txBody>
      </p:sp>
    </p:spTree>
    <p:extLst>
      <p:ext uri="{BB962C8B-B14F-4D97-AF65-F5344CB8AC3E}">
        <p14:creationId xmlns:p14="http://schemas.microsoft.com/office/powerpoint/2010/main" val="2759013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0">
            <a:extLst>
              <a:ext uri="{FF2B5EF4-FFF2-40B4-BE49-F238E27FC236}">
                <a16:creationId xmlns:a16="http://schemas.microsoft.com/office/drawing/2014/main" id="{71C3B2DB-EF7C-414B-B8D0-E5D62042EBB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41">
            <a:extLst>
              <a:ext uri="{FF2B5EF4-FFF2-40B4-BE49-F238E27FC236}">
                <a16:creationId xmlns:a16="http://schemas.microsoft.com/office/drawing/2014/main" id="{5D510E2C-6B08-4362-882A-1E4E24C0F8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42">
            <a:extLst>
              <a:ext uri="{FF2B5EF4-FFF2-40B4-BE49-F238E27FC236}">
                <a16:creationId xmlns:a16="http://schemas.microsoft.com/office/drawing/2014/main" id="{2005A5C1-0DB3-42AF-B577-26521B3EF232}"/>
              </a:ext>
            </a:extLst>
          </p:cNvPr>
          <p:cNvSpPr>
            <a:spLocks noGrp="1" noChangeArrowheads="1"/>
          </p:cNvSpPr>
          <p:nvPr>
            <p:ph type="sldNum" sz="quarter" idx="12"/>
          </p:nvPr>
        </p:nvSpPr>
        <p:spPr>
          <a:ln/>
        </p:spPr>
        <p:txBody>
          <a:bodyPr/>
          <a:lstStyle>
            <a:lvl1pPr>
              <a:defRPr/>
            </a:lvl1pPr>
          </a:lstStyle>
          <a:p>
            <a:fld id="{24F074ED-E32C-4134-90F5-CC68F87E4E1B}" type="slidenum">
              <a:rPr lang="en-US" altLang="en-US"/>
              <a:pPr/>
              <a:t>‹#›</a:t>
            </a:fld>
            <a:endParaRPr lang="en-US" altLang="en-US"/>
          </a:p>
        </p:txBody>
      </p:sp>
    </p:spTree>
    <p:extLst>
      <p:ext uri="{BB962C8B-B14F-4D97-AF65-F5344CB8AC3E}">
        <p14:creationId xmlns:p14="http://schemas.microsoft.com/office/powerpoint/2010/main" val="1020350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5B77C6C6-120F-49B7-9020-0B00B3BA248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41">
            <a:extLst>
              <a:ext uri="{FF2B5EF4-FFF2-40B4-BE49-F238E27FC236}">
                <a16:creationId xmlns:a16="http://schemas.microsoft.com/office/drawing/2014/main" id="{9F899F01-05CE-4F92-90D3-385B150269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42">
            <a:extLst>
              <a:ext uri="{FF2B5EF4-FFF2-40B4-BE49-F238E27FC236}">
                <a16:creationId xmlns:a16="http://schemas.microsoft.com/office/drawing/2014/main" id="{21C940C7-CE86-4D98-8067-482F9261E8FC}"/>
              </a:ext>
            </a:extLst>
          </p:cNvPr>
          <p:cNvSpPr>
            <a:spLocks noGrp="1" noChangeArrowheads="1"/>
          </p:cNvSpPr>
          <p:nvPr>
            <p:ph type="sldNum" sz="quarter" idx="12"/>
          </p:nvPr>
        </p:nvSpPr>
        <p:spPr>
          <a:ln/>
        </p:spPr>
        <p:txBody>
          <a:bodyPr/>
          <a:lstStyle>
            <a:lvl1pPr>
              <a:defRPr/>
            </a:lvl1pPr>
          </a:lstStyle>
          <a:p>
            <a:fld id="{CD4ADC8D-E67D-4A0A-9FB8-8EFAFA88C7C5}" type="slidenum">
              <a:rPr lang="en-US" altLang="en-US"/>
              <a:pPr/>
              <a:t>‹#›</a:t>
            </a:fld>
            <a:endParaRPr lang="en-US" altLang="en-US"/>
          </a:p>
        </p:txBody>
      </p:sp>
    </p:spTree>
    <p:extLst>
      <p:ext uri="{BB962C8B-B14F-4D97-AF65-F5344CB8AC3E}">
        <p14:creationId xmlns:p14="http://schemas.microsoft.com/office/powerpoint/2010/main" val="3563013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0">
            <a:extLst>
              <a:ext uri="{FF2B5EF4-FFF2-40B4-BE49-F238E27FC236}">
                <a16:creationId xmlns:a16="http://schemas.microsoft.com/office/drawing/2014/main" id="{14139C19-10B1-4D28-9763-75DAA0B17E7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41">
            <a:extLst>
              <a:ext uri="{FF2B5EF4-FFF2-40B4-BE49-F238E27FC236}">
                <a16:creationId xmlns:a16="http://schemas.microsoft.com/office/drawing/2014/main" id="{886B26E3-619B-4604-A4F4-5C1ACE5258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42">
            <a:extLst>
              <a:ext uri="{FF2B5EF4-FFF2-40B4-BE49-F238E27FC236}">
                <a16:creationId xmlns:a16="http://schemas.microsoft.com/office/drawing/2014/main" id="{65C9487B-802B-4361-90C9-70EC6CDBBAF3}"/>
              </a:ext>
            </a:extLst>
          </p:cNvPr>
          <p:cNvSpPr>
            <a:spLocks noGrp="1" noChangeArrowheads="1"/>
          </p:cNvSpPr>
          <p:nvPr>
            <p:ph type="sldNum" sz="quarter" idx="12"/>
          </p:nvPr>
        </p:nvSpPr>
        <p:spPr>
          <a:ln/>
        </p:spPr>
        <p:txBody>
          <a:bodyPr/>
          <a:lstStyle>
            <a:lvl1pPr>
              <a:defRPr/>
            </a:lvl1pPr>
          </a:lstStyle>
          <a:p>
            <a:fld id="{78CD118A-D31F-4763-940F-356A793DA2DB}" type="slidenum">
              <a:rPr lang="en-US" altLang="en-US"/>
              <a:pPr/>
              <a:t>‹#›</a:t>
            </a:fld>
            <a:endParaRPr lang="en-US" altLang="en-US"/>
          </a:p>
        </p:txBody>
      </p:sp>
    </p:spTree>
    <p:extLst>
      <p:ext uri="{BB962C8B-B14F-4D97-AF65-F5344CB8AC3E}">
        <p14:creationId xmlns:p14="http://schemas.microsoft.com/office/powerpoint/2010/main" val="3401543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0">
            <a:extLst>
              <a:ext uri="{FF2B5EF4-FFF2-40B4-BE49-F238E27FC236}">
                <a16:creationId xmlns:a16="http://schemas.microsoft.com/office/drawing/2014/main" id="{A42B69B7-57B4-461B-ABA5-AAE1BDBCEB6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41">
            <a:extLst>
              <a:ext uri="{FF2B5EF4-FFF2-40B4-BE49-F238E27FC236}">
                <a16:creationId xmlns:a16="http://schemas.microsoft.com/office/drawing/2014/main" id="{34828D00-023E-4AF5-8C66-FAC49895EC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42">
            <a:extLst>
              <a:ext uri="{FF2B5EF4-FFF2-40B4-BE49-F238E27FC236}">
                <a16:creationId xmlns:a16="http://schemas.microsoft.com/office/drawing/2014/main" id="{852136B8-BB8F-4D73-9C99-BFBE1BBF348F}"/>
              </a:ext>
            </a:extLst>
          </p:cNvPr>
          <p:cNvSpPr>
            <a:spLocks noGrp="1" noChangeArrowheads="1"/>
          </p:cNvSpPr>
          <p:nvPr>
            <p:ph type="sldNum" sz="quarter" idx="12"/>
          </p:nvPr>
        </p:nvSpPr>
        <p:spPr>
          <a:ln/>
        </p:spPr>
        <p:txBody>
          <a:bodyPr/>
          <a:lstStyle>
            <a:lvl1pPr>
              <a:defRPr/>
            </a:lvl1pPr>
          </a:lstStyle>
          <a:p>
            <a:fld id="{D82FF8A7-91D7-49FB-B1C9-81B8356ABDEE}" type="slidenum">
              <a:rPr lang="en-US" altLang="en-US"/>
              <a:pPr/>
              <a:t>‹#›</a:t>
            </a:fld>
            <a:endParaRPr lang="en-US" altLang="en-US"/>
          </a:p>
        </p:txBody>
      </p:sp>
    </p:spTree>
    <p:extLst>
      <p:ext uri="{BB962C8B-B14F-4D97-AF65-F5344CB8AC3E}">
        <p14:creationId xmlns:p14="http://schemas.microsoft.com/office/powerpoint/2010/main" val="2320714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0">
            <a:extLst>
              <a:ext uri="{FF2B5EF4-FFF2-40B4-BE49-F238E27FC236}">
                <a16:creationId xmlns:a16="http://schemas.microsoft.com/office/drawing/2014/main" id="{42948508-DF9A-4887-ACBB-B082649F140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1">
            <a:extLst>
              <a:ext uri="{FF2B5EF4-FFF2-40B4-BE49-F238E27FC236}">
                <a16:creationId xmlns:a16="http://schemas.microsoft.com/office/drawing/2014/main" id="{8A75FDDD-57D4-49CA-9A1F-4F7C8859A05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42">
            <a:extLst>
              <a:ext uri="{FF2B5EF4-FFF2-40B4-BE49-F238E27FC236}">
                <a16:creationId xmlns:a16="http://schemas.microsoft.com/office/drawing/2014/main" id="{DC9ACE0D-DF9E-4BA9-B8AC-4D04E094EE89}"/>
              </a:ext>
            </a:extLst>
          </p:cNvPr>
          <p:cNvSpPr>
            <a:spLocks noGrp="1" noChangeArrowheads="1"/>
          </p:cNvSpPr>
          <p:nvPr>
            <p:ph type="sldNum" sz="quarter" idx="12"/>
          </p:nvPr>
        </p:nvSpPr>
        <p:spPr>
          <a:ln/>
        </p:spPr>
        <p:txBody>
          <a:bodyPr/>
          <a:lstStyle>
            <a:lvl1pPr>
              <a:defRPr/>
            </a:lvl1pPr>
          </a:lstStyle>
          <a:p>
            <a:fld id="{9C1AC321-510E-4DC8-8720-B4CA350C6E4B}" type="slidenum">
              <a:rPr lang="en-US" altLang="en-US"/>
              <a:pPr/>
              <a:t>‹#›</a:t>
            </a:fld>
            <a:endParaRPr lang="en-US" altLang="en-US"/>
          </a:p>
        </p:txBody>
      </p:sp>
    </p:spTree>
    <p:extLst>
      <p:ext uri="{BB962C8B-B14F-4D97-AF65-F5344CB8AC3E}">
        <p14:creationId xmlns:p14="http://schemas.microsoft.com/office/powerpoint/2010/main" val="1134207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0">
            <a:extLst>
              <a:ext uri="{FF2B5EF4-FFF2-40B4-BE49-F238E27FC236}">
                <a16:creationId xmlns:a16="http://schemas.microsoft.com/office/drawing/2014/main" id="{CA3EFA57-C436-4D29-ABE6-AC57EBF0583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41">
            <a:extLst>
              <a:ext uri="{FF2B5EF4-FFF2-40B4-BE49-F238E27FC236}">
                <a16:creationId xmlns:a16="http://schemas.microsoft.com/office/drawing/2014/main" id="{C936E9F5-902A-45B5-9345-268E684C476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42">
            <a:extLst>
              <a:ext uri="{FF2B5EF4-FFF2-40B4-BE49-F238E27FC236}">
                <a16:creationId xmlns:a16="http://schemas.microsoft.com/office/drawing/2014/main" id="{D1159704-3127-4849-8917-538B8D05AD75}"/>
              </a:ext>
            </a:extLst>
          </p:cNvPr>
          <p:cNvSpPr>
            <a:spLocks noGrp="1" noChangeArrowheads="1"/>
          </p:cNvSpPr>
          <p:nvPr>
            <p:ph type="sldNum" sz="quarter" idx="12"/>
          </p:nvPr>
        </p:nvSpPr>
        <p:spPr>
          <a:ln/>
        </p:spPr>
        <p:txBody>
          <a:bodyPr/>
          <a:lstStyle>
            <a:lvl1pPr>
              <a:defRPr/>
            </a:lvl1pPr>
          </a:lstStyle>
          <a:p>
            <a:fld id="{562956D1-71D8-4E9B-994D-0ADADA416CB0}" type="slidenum">
              <a:rPr lang="en-US" altLang="en-US"/>
              <a:pPr/>
              <a:t>‹#›</a:t>
            </a:fld>
            <a:endParaRPr lang="en-US" altLang="en-US"/>
          </a:p>
        </p:txBody>
      </p:sp>
    </p:spTree>
    <p:extLst>
      <p:ext uri="{BB962C8B-B14F-4D97-AF65-F5344CB8AC3E}">
        <p14:creationId xmlns:p14="http://schemas.microsoft.com/office/powerpoint/2010/main" val="156059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0">
            <a:extLst>
              <a:ext uri="{FF2B5EF4-FFF2-40B4-BE49-F238E27FC236}">
                <a16:creationId xmlns:a16="http://schemas.microsoft.com/office/drawing/2014/main" id="{2849AF5F-7B2A-4C1C-AEAA-531D43958D4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41">
            <a:extLst>
              <a:ext uri="{FF2B5EF4-FFF2-40B4-BE49-F238E27FC236}">
                <a16:creationId xmlns:a16="http://schemas.microsoft.com/office/drawing/2014/main" id="{C9D3C6F1-DA9D-4C25-8750-AA5DC091DA8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42">
            <a:extLst>
              <a:ext uri="{FF2B5EF4-FFF2-40B4-BE49-F238E27FC236}">
                <a16:creationId xmlns:a16="http://schemas.microsoft.com/office/drawing/2014/main" id="{E0E0C117-FE4E-46C0-AB42-50C5F2AE05F2}"/>
              </a:ext>
            </a:extLst>
          </p:cNvPr>
          <p:cNvSpPr>
            <a:spLocks noGrp="1" noChangeArrowheads="1"/>
          </p:cNvSpPr>
          <p:nvPr>
            <p:ph type="sldNum" sz="quarter" idx="12"/>
          </p:nvPr>
        </p:nvSpPr>
        <p:spPr>
          <a:ln/>
        </p:spPr>
        <p:txBody>
          <a:bodyPr/>
          <a:lstStyle>
            <a:lvl1pPr>
              <a:defRPr/>
            </a:lvl1pPr>
          </a:lstStyle>
          <a:p>
            <a:fld id="{86C49D15-30B0-4766-B474-DE4129061125}" type="slidenum">
              <a:rPr lang="en-US" altLang="en-US"/>
              <a:pPr/>
              <a:t>‹#›</a:t>
            </a:fld>
            <a:endParaRPr lang="en-US" altLang="en-US"/>
          </a:p>
        </p:txBody>
      </p:sp>
    </p:spTree>
    <p:extLst>
      <p:ext uri="{BB962C8B-B14F-4D97-AF65-F5344CB8AC3E}">
        <p14:creationId xmlns:p14="http://schemas.microsoft.com/office/powerpoint/2010/main" val="2419705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0">
            <a:extLst>
              <a:ext uri="{FF2B5EF4-FFF2-40B4-BE49-F238E27FC236}">
                <a16:creationId xmlns:a16="http://schemas.microsoft.com/office/drawing/2014/main" id="{7C1CA13F-E196-4663-8B8C-B966545404F8}"/>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41">
            <a:extLst>
              <a:ext uri="{FF2B5EF4-FFF2-40B4-BE49-F238E27FC236}">
                <a16:creationId xmlns:a16="http://schemas.microsoft.com/office/drawing/2014/main" id="{1490AE6E-2AE9-4BA1-A419-6B86A57A74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42">
            <a:extLst>
              <a:ext uri="{FF2B5EF4-FFF2-40B4-BE49-F238E27FC236}">
                <a16:creationId xmlns:a16="http://schemas.microsoft.com/office/drawing/2014/main" id="{D051BE74-AB22-4DC9-B078-42933F26BB0B}"/>
              </a:ext>
            </a:extLst>
          </p:cNvPr>
          <p:cNvSpPr>
            <a:spLocks noGrp="1" noChangeArrowheads="1"/>
          </p:cNvSpPr>
          <p:nvPr>
            <p:ph type="sldNum" sz="quarter" idx="12"/>
          </p:nvPr>
        </p:nvSpPr>
        <p:spPr>
          <a:ln/>
        </p:spPr>
        <p:txBody>
          <a:bodyPr/>
          <a:lstStyle>
            <a:lvl1pPr>
              <a:defRPr/>
            </a:lvl1pPr>
          </a:lstStyle>
          <a:p>
            <a:fld id="{AFB84B53-CD70-4CE8-8ED5-7BF8727B0E79}" type="slidenum">
              <a:rPr lang="en-US" altLang="en-US"/>
              <a:pPr/>
              <a:t>‹#›</a:t>
            </a:fld>
            <a:endParaRPr lang="en-US" altLang="en-US"/>
          </a:p>
        </p:txBody>
      </p:sp>
    </p:spTree>
    <p:extLst>
      <p:ext uri="{BB962C8B-B14F-4D97-AF65-F5344CB8AC3E}">
        <p14:creationId xmlns:p14="http://schemas.microsoft.com/office/powerpoint/2010/main" val="768232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39216"/>
                <a:invGamma/>
              </a:schemeClr>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DA8498E-AB34-43A7-8D80-8D60A1C16B52}"/>
              </a:ext>
            </a:extLst>
          </p:cNvPr>
          <p:cNvGrpSpPr>
            <a:grpSpLocks/>
          </p:cNvGrpSpPr>
          <p:nvPr/>
        </p:nvGrpSpPr>
        <p:grpSpPr bwMode="auto">
          <a:xfrm>
            <a:off x="1588" y="0"/>
            <a:ext cx="9148762" cy="6851650"/>
            <a:chOff x="1" y="0"/>
            <a:chExt cx="5763" cy="4316"/>
          </a:xfrm>
        </p:grpSpPr>
        <p:sp>
          <p:nvSpPr>
            <p:cNvPr id="168963" name="Freeform 3">
              <a:extLst>
                <a:ext uri="{FF2B5EF4-FFF2-40B4-BE49-F238E27FC236}">
                  <a16:creationId xmlns:a16="http://schemas.microsoft.com/office/drawing/2014/main" id="{6EC0EA03-93B2-42F5-A809-FCBF77153C03}"/>
                </a:ext>
              </a:extLst>
            </p:cNvPr>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64" name="Freeform 4">
              <a:extLst>
                <a:ext uri="{FF2B5EF4-FFF2-40B4-BE49-F238E27FC236}">
                  <a16:creationId xmlns:a16="http://schemas.microsoft.com/office/drawing/2014/main" id="{DBAFD8A2-B75C-4188-A6CC-72BB92511A4A}"/>
                </a:ext>
              </a:extLst>
            </p:cNvPr>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65" name="Freeform 5">
              <a:extLst>
                <a:ext uri="{FF2B5EF4-FFF2-40B4-BE49-F238E27FC236}">
                  <a16:creationId xmlns:a16="http://schemas.microsoft.com/office/drawing/2014/main" id="{8F5B6309-EA6A-405E-8BE1-C7867366BE63}"/>
                </a:ext>
              </a:extLst>
            </p:cNvPr>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grpSp>
          <p:nvGrpSpPr>
            <p:cNvPr id="1035" name="Group 6">
              <a:extLst>
                <a:ext uri="{FF2B5EF4-FFF2-40B4-BE49-F238E27FC236}">
                  <a16:creationId xmlns:a16="http://schemas.microsoft.com/office/drawing/2014/main" id="{2CD2712A-11D6-449D-B247-18C848F79F1B}"/>
                </a:ext>
              </a:extLst>
            </p:cNvPr>
            <p:cNvGrpSpPr>
              <a:grpSpLocks/>
            </p:cNvGrpSpPr>
            <p:nvPr/>
          </p:nvGrpSpPr>
          <p:grpSpPr bwMode="auto">
            <a:xfrm>
              <a:off x="288" y="0"/>
              <a:ext cx="5098" cy="4316"/>
              <a:chOff x="288" y="0"/>
              <a:chExt cx="5098" cy="4316"/>
            </a:xfrm>
          </p:grpSpPr>
          <p:sp>
            <p:nvSpPr>
              <p:cNvPr id="168967" name="Freeform 7">
                <a:extLst>
                  <a:ext uri="{FF2B5EF4-FFF2-40B4-BE49-F238E27FC236}">
                    <a16:creationId xmlns:a16="http://schemas.microsoft.com/office/drawing/2014/main" id="{3152D602-528F-4243-8341-C8D0C7F100E0}"/>
                  </a:ext>
                </a:extLst>
              </p:cNvPr>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68" name="Freeform 8">
                <a:extLst>
                  <a:ext uri="{FF2B5EF4-FFF2-40B4-BE49-F238E27FC236}">
                    <a16:creationId xmlns:a16="http://schemas.microsoft.com/office/drawing/2014/main" id="{C7CD708D-3278-4FD9-97AA-81260E8D64F2}"/>
                  </a:ext>
                </a:extLst>
              </p:cNvPr>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69" name="Freeform 9">
                <a:extLst>
                  <a:ext uri="{FF2B5EF4-FFF2-40B4-BE49-F238E27FC236}">
                    <a16:creationId xmlns:a16="http://schemas.microsoft.com/office/drawing/2014/main" id="{8E7B1B20-7A36-4130-BCF4-A129FAFE8A67}"/>
                  </a:ext>
                </a:extLst>
              </p:cNvPr>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0" name="Freeform 10">
                <a:extLst>
                  <a:ext uri="{FF2B5EF4-FFF2-40B4-BE49-F238E27FC236}">
                    <a16:creationId xmlns:a16="http://schemas.microsoft.com/office/drawing/2014/main" id="{5E46A82E-2A61-4838-9CC9-E699D73EECD7}"/>
                  </a:ext>
                </a:extLst>
              </p:cNvPr>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1" name="Freeform 11">
                <a:extLst>
                  <a:ext uri="{FF2B5EF4-FFF2-40B4-BE49-F238E27FC236}">
                    <a16:creationId xmlns:a16="http://schemas.microsoft.com/office/drawing/2014/main" id="{7F5A0674-35FB-4FA5-88D8-D34E57E6009B}"/>
                  </a:ext>
                </a:extLst>
              </p:cNvPr>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2" name="Freeform 12">
                <a:extLst>
                  <a:ext uri="{FF2B5EF4-FFF2-40B4-BE49-F238E27FC236}">
                    <a16:creationId xmlns:a16="http://schemas.microsoft.com/office/drawing/2014/main" id="{0219A7D7-B7C1-4C3F-AC92-9C973C23F04C}"/>
                  </a:ext>
                </a:extLst>
              </p:cNvPr>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3" name="Freeform 13">
                <a:extLst>
                  <a:ext uri="{FF2B5EF4-FFF2-40B4-BE49-F238E27FC236}">
                    <a16:creationId xmlns:a16="http://schemas.microsoft.com/office/drawing/2014/main" id="{952E878D-920D-4A58-9CCD-BF50838DEB1E}"/>
                  </a:ext>
                </a:extLst>
              </p:cNvPr>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4" name="Freeform 14">
                <a:extLst>
                  <a:ext uri="{FF2B5EF4-FFF2-40B4-BE49-F238E27FC236}">
                    <a16:creationId xmlns:a16="http://schemas.microsoft.com/office/drawing/2014/main" id="{9073031F-84A9-4DFF-A33C-81E0112F081F}"/>
                  </a:ext>
                </a:extLst>
              </p:cNvPr>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5" name="Freeform 15">
                <a:extLst>
                  <a:ext uri="{FF2B5EF4-FFF2-40B4-BE49-F238E27FC236}">
                    <a16:creationId xmlns:a16="http://schemas.microsoft.com/office/drawing/2014/main" id="{97BCB313-A840-4B35-BB59-49D70B8D1E80}"/>
                  </a:ext>
                </a:extLst>
              </p:cNvPr>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6" name="Freeform 16">
                <a:extLst>
                  <a:ext uri="{FF2B5EF4-FFF2-40B4-BE49-F238E27FC236}">
                    <a16:creationId xmlns:a16="http://schemas.microsoft.com/office/drawing/2014/main" id="{FC6196AB-B0C6-4613-A11A-C6A945D445EA}"/>
                  </a:ext>
                </a:extLst>
              </p:cNvPr>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7" name="Freeform 17">
                <a:extLst>
                  <a:ext uri="{FF2B5EF4-FFF2-40B4-BE49-F238E27FC236}">
                    <a16:creationId xmlns:a16="http://schemas.microsoft.com/office/drawing/2014/main" id="{28EB647F-0716-40DD-98F8-575FB2B33F36}"/>
                  </a:ext>
                </a:extLst>
              </p:cNvPr>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8" name="Freeform 18">
                <a:extLst>
                  <a:ext uri="{FF2B5EF4-FFF2-40B4-BE49-F238E27FC236}">
                    <a16:creationId xmlns:a16="http://schemas.microsoft.com/office/drawing/2014/main" id="{A802EB84-914B-4DE8-A6E5-53D06016AC62}"/>
                  </a:ext>
                </a:extLst>
              </p:cNvPr>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79" name="Freeform 19">
                <a:extLst>
                  <a:ext uri="{FF2B5EF4-FFF2-40B4-BE49-F238E27FC236}">
                    <a16:creationId xmlns:a16="http://schemas.microsoft.com/office/drawing/2014/main" id="{E4345210-AFF8-437F-9000-AB4A2763F40A}"/>
                  </a:ext>
                </a:extLst>
              </p:cNvPr>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grpSp>
        <p:sp>
          <p:nvSpPr>
            <p:cNvPr id="168980" name="Freeform 20">
              <a:extLst>
                <a:ext uri="{FF2B5EF4-FFF2-40B4-BE49-F238E27FC236}">
                  <a16:creationId xmlns:a16="http://schemas.microsoft.com/office/drawing/2014/main" id="{932B1BD7-67AB-4BD9-8725-8699D265D62C}"/>
                </a:ext>
              </a:extLst>
            </p:cNvPr>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81" name="Freeform 21">
              <a:extLst>
                <a:ext uri="{FF2B5EF4-FFF2-40B4-BE49-F238E27FC236}">
                  <a16:creationId xmlns:a16="http://schemas.microsoft.com/office/drawing/2014/main" id="{40823B4A-40EB-4854-ABE7-657328EB8F99}"/>
                </a:ext>
              </a:extLst>
            </p:cNvPr>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68982" name="Freeform 22">
              <a:extLst>
                <a:ext uri="{FF2B5EF4-FFF2-40B4-BE49-F238E27FC236}">
                  <a16:creationId xmlns:a16="http://schemas.microsoft.com/office/drawing/2014/main" id="{27065ADF-117C-4CA5-984D-F520569D4F05}"/>
                </a:ext>
              </a:extLst>
            </p:cNvPr>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039" name="Freeform 23">
              <a:extLst>
                <a:ext uri="{FF2B5EF4-FFF2-40B4-BE49-F238E27FC236}">
                  <a16:creationId xmlns:a16="http://schemas.microsoft.com/office/drawing/2014/main" id="{553ED96B-C864-41A8-81AC-C99FC183A4BE}"/>
                </a:ext>
              </a:extLst>
            </p:cNvPr>
            <p:cNvSpPr>
              <a:spLocks/>
            </p:cNvSpPr>
            <p:nvPr/>
          </p:nvSpPr>
          <p:spPr bwMode="hidden">
            <a:xfrm>
              <a:off x="5041" y="0"/>
              <a:ext cx="719" cy="845"/>
            </a:xfrm>
            <a:custGeom>
              <a:avLst/>
              <a:gdLst>
                <a:gd name="T0" fmla="*/ 721 w 717"/>
                <a:gd name="T1" fmla="*/ 845 h 845"/>
                <a:gd name="T2" fmla="*/ 721 w 717"/>
                <a:gd name="T3" fmla="*/ 821 h 845"/>
                <a:gd name="T4" fmla="*/ 578 w 717"/>
                <a:gd name="T5" fmla="*/ 605 h 845"/>
                <a:gd name="T6" fmla="*/ 408 w 717"/>
                <a:gd name="T7" fmla="*/ 396 h 845"/>
                <a:gd name="T8" fmla="*/ 223 w 717"/>
                <a:gd name="T9" fmla="*/ 192 h 845"/>
                <a:gd name="T10" fmla="*/ 17 w 717"/>
                <a:gd name="T11" fmla="*/ 0 h 845"/>
                <a:gd name="T12" fmla="*/ 0 w 717"/>
                <a:gd name="T13" fmla="*/ 0 h 845"/>
                <a:gd name="T14" fmla="*/ 211 w 717"/>
                <a:gd name="T15" fmla="*/ 198 h 845"/>
                <a:gd name="T16" fmla="*/ 402 w 717"/>
                <a:gd name="T17" fmla="*/ 408 h 845"/>
                <a:gd name="T18" fmla="*/ 572 w 717"/>
                <a:gd name="T19" fmla="*/ 623 h 845"/>
                <a:gd name="T20" fmla="*/ 721 w 717"/>
                <a:gd name="T21" fmla="*/ 845 h 845"/>
                <a:gd name="T22" fmla="*/ 721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0" name="Freeform 24">
              <a:extLst>
                <a:ext uri="{FF2B5EF4-FFF2-40B4-BE49-F238E27FC236}">
                  <a16:creationId xmlns:a16="http://schemas.microsoft.com/office/drawing/2014/main" id="{C8AE56B2-6D96-4C41-93AD-0EAC16D123AB}"/>
                </a:ext>
              </a:extLst>
            </p:cNvPr>
            <p:cNvSpPr>
              <a:spLocks/>
            </p:cNvSpPr>
            <p:nvPr/>
          </p:nvSpPr>
          <p:spPr bwMode="hidden">
            <a:xfrm>
              <a:off x="5352" y="0"/>
              <a:ext cx="408" cy="414"/>
            </a:xfrm>
            <a:custGeom>
              <a:avLst/>
              <a:gdLst>
                <a:gd name="T0" fmla="*/ 409 w 407"/>
                <a:gd name="T1" fmla="*/ 414 h 414"/>
                <a:gd name="T2" fmla="*/ 409 w 407"/>
                <a:gd name="T3" fmla="*/ 396 h 414"/>
                <a:gd name="T4" fmla="*/ 224 w 407"/>
                <a:gd name="T5" fmla="*/ 192 h 414"/>
                <a:gd name="T6" fmla="*/ 12 w 407"/>
                <a:gd name="T7" fmla="*/ 0 h 414"/>
                <a:gd name="T8" fmla="*/ 0 w 407"/>
                <a:gd name="T9" fmla="*/ 0 h 414"/>
                <a:gd name="T10" fmla="*/ 108 w 407"/>
                <a:gd name="T11" fmla="*/ 102 h 414"/>
                <a:gd name="T12" fmla="*/ 218 w 407"/>
                <a:gd name="T13" fmla="*/ 204 h 414"/>
                <a:gd name="T14" fmla="*/ 409 w 407"/>
                <a:gd name="T15" fmla="*/ 414 h 414"/>
                <a:gd name="T16" fmla="*/ 409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8985" name="Freeform 25">
              <a:extLst>
                <a:ext uri="{FF2B5EF4-FFF2-40B4-BE49-F238E27FC236}">
                  <a16:creationId xmlns:a16="http://schemas.microsoft.com/office/drawing/2014/main" id="{EEF317FE-2F95-4C3C-8139-96B0EAA8FDBB}"/>
                </a:ext>
              </a:extLst>
            </p:cNvPr>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042" name="Freeform 26">
              <a:extLst>
                <a:ext uri="{FF2B5EF4-FFF2-40B4-BE49-F238E27FC236}">
                  <a16:creationId xmlns:a16="http://schemas.microsoft.com/office/drawing/2014/main" id="{0E5FC069-C08C-42A2-B994-460B008DA5C9}"/>
                </a:ext>
              </a:extLst>
            </p:cNvPr>
            <p:cNvSpPr>
              <a:spLocks/>
            </p:cNvSpPr>
            <p:nvPr/>
          </p:nvSpPr>
          <p:spPr bwMode="hidden">
            <a:xfrm>
              <a:off x="6" y="0"/>
              <a:ext cx="588" cy="599"/>
            </a:xfrm>
            <a:custGeom>
              <a:avLst/>
              <a:gdLst>
                <a:gd name="T0" fmla="*/ 590 w 586"/>
                <a:gd name="T1" fmla="*/ 0 h 599"/>
                <a:gd name="T2" fmla="*/ 572 w 586"/>
                <a:gd name="T3" fmla="*/ 0 h 599"/>
                <a:gd name="T4" fmla="*/ 409 w 586"/>
                <a:gd name="T5" fmla="*/ 132 h 599"/>
                <a:gd name="T6" fmla="*/ 259 w 586"/>
                <a:gd name="T7" fmla="*/ 270 h 599"/>
                <a:gd name="T8" fmla="*/ 120 w 586"/>
                <a:gd name="T9" fmla="*/ 420 h 599"/>
                <a:gd name="T10" fmla="*/ 0 w 586"/>
                <a:gd name="T11" fmla="*/ 575 h 599"/>
                <a:gd name="T12" fmla="*/ 0 w 586"/>
                <a:gd name="T13" fmla="*/ 599 h 599"/>
                <a:gd name="T14" fmla="*/ 120 w 586"/>
                <a:gd name="T15" fmla="*/ 432 h 599"/>
                <a:gd name="T16" fmla="*/ 259 w 586"/>
                <a:gd name="T17" fmla="*/ 282 h 599"/>
                <a:gd name="T18" fmla="*/ 415 w 586"/>
                <a:gd name="T19" fmla="*/ 138 h 599"/>
                <a:gd name="T20" fmla="*/ 590 w 586"/>
                <a:gd name="T21" fmla="*/ 0 h 599"/>
                <a:gd name="T22" fmla="*/ 590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3" name="Freeform 27">
              <a:extLst>
                <a:ext uri="{FF2B5EF4-FFF2-40B4-BE49-F238E27FC236}">
                  <a16:creationId xmlns:a16="http://schemas.microsoft.com/office/drawing/2014/main" id="{631CD99B-4151-406F-A30A-52BF8CDF12B3}"/>
                </a:ext>
              </a:extLst>
            </p:cNvPr>
            <p:cNvSpPr>
              <a:spLocks/>
            </p:cNvSpPr>
            <p:nvPr/>
          </p:nvSpPr>
          <p:spPr bwMode="hidden">
            <a:xfrm>
              <a:off x="6" y="0"/>
              <a:ext cx="270" cy="252"/>
            </a:xfrm>
            <a:custGeom>
              <a:avLst/>
              <a:gdLst>
                <a:gd name="T0" fmla="*/ 271 w 269"/>
                <a:gd name="T1" fmla="*/ 0 h 252"/>
                <a:gd name="T2" fmla="*/ 253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1 w 269"/>
                <a:gd name="T15" fmla="*/ 0 h 252"/>
                <a:gd name="T16" fmla="*/ 271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4" name="Line 28">
              <a:extLst>
                <a:ext uri="{FF2B5EF4-FFF2-40B4-BE49-F238E27FC236}">
                  <a16:creationId xmlns:a16="http://schemas.microsoft.com/office/drawing/2014/main" id="{AD30549B-177D-40D7-9BAC-E8A81CCC6725}"/>
                </a:ext>
              </a:extLst>
            </p:cNvPr>
            <p:cNvSpPr>
              <a:spLocks noChangeShapeType="1"/>
            </p:cNvSpPr>
            <p:nvPr/>
          </p:nvSpPr>
          <p:spPr bwMode="hidden">
            <a:xfrm>
              <a:off x="1" y="2749"/>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Line 29">
              <a:extLst>
                <a:ext uri="{FF2B5EF4-FFF2-40B4-BE49-F238E27FC236}">
                  <a16:creationId xmlns:a16="http://schemas.microsoft.com/office/drawing/2014/main" id="{A0BE73E9-6DC1-4C3A-846A-3E676C9D15D4}"/>
                </a:ext>
              </a:extLst>
            </p:cNvPr>
            <p:cNvSpPr>
              <a:spLocks noChangeShapeType="1"/>
            </p:cNvSpPr>
            <p:nvPr/>
          </p:nvSpPr>
          <p:spPr bwMode="hidden">
            <a:xfrm>
              <a:off x="1" y="2356"/>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Line 30">
              <a:extLst>
                <a:ext uri="{FF2B5EF4-FFF2-40B4-BE49-F238E27FC236}">
                  <a16:creationId xmlns:a16="http://schemas.microsoft.com/office/drawing/2014/main" id="{805BEF86-2386-441D-8201-8714FFB36CF9}"/>
                </a:ext>
              </a:extLst>
            </p:cNvPr>
            <p:cNvSpPr>
              <a:spLocks noChangeShapeType="1"/>
            </p:cNvSpPr>
            <p:nvPr/>
          </p:nvSpPr>
          <p:spPr bwMode="hidden">
            <a:xfrm>
              <a:off x="1" y="3142"/>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047" name="Group 31">
              <a:extLst>
                <a:ext uri="{FF2B5EF4-FFF2-40B4-BE49-F238E27FC236}">
                  <a16:creationId xmlns:a16="http://schemas.microsoft.com/office/drawing/2014/main" id="{1428EE25-4546-46F4-8184-20FDE24FABD1}"/>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2B03CBA4-427F-4CAF-8C4E-7BE0B6A61539}"/>
                  </a:ext>
                </a:extLst>
              </p:cNvPr>
              <p:cNvSpPr>
                <a:spLocks noChangeShapeType="1"/>
              </p:cNvSpPr>
              <p:nvPr userDrawn="1"/>
            </p:nvSpPr>
            <p:spPr bwMode="hidden">
              <a:xfrm>
                <a:off x="1" y="784"/>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Line 33">
                <a:extLst>
                  <a:ext uri="{FF2B5EF4-FFF2-40B4-BE49-F238E27FC236}">
                    <a16:creationId xmlns:a16="http://schemas.microsoft.com/office/drawing/2014/main" id="{4266AA84-BDD6-4182-89F8-1F8E12B6C228}"/>
                  </a:ext>
                </a:extLst>
              </p:cNvPr>
              <p:cNvSpPr>
                <a:spLocks noChangeShapeType="1"/>
              </p:cNvSpPr>
              <p:nvPr userDrawn="1"/>
            </p:nvSpPr>
            <p:spPr bwMode="hidden">
              <a:xfrm>
                <a:off x="1" y="1963"/>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Line 34">
                <a:extLst>
                  <a:ext uri="{FF2B5EF4-FFF2-40B4-BE49-F238E27FC236}">
                    <a16:creationId xmlns:a16="http://schemas.microsoft.com/office/drawing/2014/main" id="{01ACC6AD-6147-4101-AF6C-E062D6F0418A}"/>
                  </a:ext>
                </a:extLst>
              </p:cNvPr>
              <p:cNvSpPr>
                <a:spLocks noChangeShapeType="1"/>
              </p:cNvSpPr>
              <p:nvPr userDrawn="1"/>
            </p:nvSpPr>
            <p:spPr bwMode="hidden">
              <a:xfrm>
                <a:off x="1" y="1570"/>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Line 35">
                <a:extLst>
                  <a:ext uri="{FF2B5EF4-FFF2-40B4-BE49-F238E27FC236}">
                    <a16:creationId xmlns:a16="http://schemas.microsoft.com/office/drawing/2014/main" id="{50460435-C51B-474C-9B8C-D20BFD2AACAC}"/>
                  </a:ext>
                </a:extLst>
              </p:cNvPr>
              <p:cNvSpPr>
                <a:spLocks noChangeShapeType="1"/>
              </p:cNvSpPr>
              <p:nvPr userDrawn="1"/>
            </p:nvSpPr>
            <p:spPr bwMode="hidden">
              <a:xfrm>
                <a:off x="1" y="1177"/>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Line 36">
                <a:extLst>
                  <a:ext uri="{FF2B5EF4-FFF2-40B4-BE49-F238E27FC236}">
                    <a16:creationId xmlns:a16="http://schemas.microsoft.com/office/drawing/2014/main" id="{CC14B2ED-E0CE-416A-985D-22597754EF05}"/>
                  </a:ext>
                </a:extLst>
              </p:cNvPr>
              <p:cNvSpPr>
                <a:spLocks noChangeShapeType="1"/>
              </p:cNvSpPr>
              <p:nvPr userDrawn="1"/>
            </p:nvSpPr>
            <p:spPr bwMode="hidden">
              <a:xfrm>
                <a:off x="1" y="392"/>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48" name="Line 37">
              <a:extLst>
                <a:ext uri="{FF2B5EF4-FFF2-40B4-BE49-F238E27FC236}">
                  <a16:creationId xmlns:a16="http://schemas.microsoft.com/office/drawing/2014/main" id="{32FE275F-2881-4D8E-BBE0-62C6EA4BC30D}"/>
                </a:ext>
              </a:extLst>
            </p:cNvPr>
            <p:cNvSpPr>
              <a:spLocks noChangeShapeType="1"/>
            </p:cNvSpPr>
            <p:nvPr/>
          </p:nvSpPr>
          <p:spPr bwMode="hidden">
            <a:xfrm>
              <a:off x="1" y="3928"/>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Line 38">
              <a:extLst>
                <a:ext uri="{FF2B5EF4-FFF2-40B4-BE49-F238E27FC236}">
                  <a16:creationId xmlns:a16="http://schemas.microsoft.com/office/drawing/2014/main" id="{98FB0789-2B1E-45C0-BFF3-B30AA9960934}"/>
                </a:ext>
              </a:extLst>
            </p:cNvPr>
            <p:cNvSpPr>
              <a:spLocks noChangeShapeType="1"/>
            </p:cNvSpPr>
            <p:nvPr/>
          </p:nvSpPr>
          <p:spPr bwMode="hidden">
            <a:xfrm>
              <a:off x="1" y="3535"/>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8999" name="Rectangle 39">
            <a:extLst>
              <a:ext uri="{FF2B5EF4-FFF2-40B4-BE49-F238E27FC236}">
                <a16:creationId xmlns:a16="http://schemas.microsoft.com/office/drawing/2014/main" id="{88B70F5C-3E8D-4846-A75D-E6D26EA24AE7}"/>
              </a:ext>
            </a:extLst>
          </p:cNvPr>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69000" name="Rectangle 40">
            <a:extLst>
              <a:ext uri="{FF2B5EF4-FFF2-40B4-BE49-F238E27FC236}">
                <a16:creationId xmlns:a16="http://schemas.microsoft.com/office/drawing/2014/main" id="{683DCF1F-7D4B-48DC-B5A5-3AB1061FB5A6}"/>
              </a:ext>
            </a:extLst>
          </p:cNvPr>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defRPr>
            </a:lvl1pPr>
          </a:lstStyle>
          <a:p>
            <a:pPr>
              <a:defRPr/>
            </a:pPr>
            <a:endParaRPr lang="en-US"/>
          </a:p>
        </p:txBody>
      </p:sp>
      <p:sp>
        <p:nvSpPr>
          <p:cNvPr id="169001" name="Rectangle 41">
            <a:extLst>
              <a:ext uri="{FF2B5EF4-FFF2-40B4-BE49-F238E27FC236}">
                <a16:creationId xmlns:a16="http://schemas.microsoft.com/office/drawing/2014/main" id="{3A0227F2-DFE0-41FA-A1DD-84493F5B9EA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defRPr>
            </a:lvl1pPr>
          </a:lstStyle>
          <a:p>
            <a:pPr>
              <a:defRPr/>
            </a:pPr>
            <a:endParaRPr lang="en-US"/>
          </a:p>
        </p:txBody>
      </p:sp>
      <p:sp>
        <p:nvSpPr>
          <p:cNvPr id="169002" name="Rectangle 42">
            <a:extLst>
              <a:ext uri="{FF2B5EF4-FFF2-40B4-BE49-F238E27FC236}">
                <a16:creationId xmlns:a16="http://schemas.microsoft.com/office/drawing/2014/main" id="{A4ABBF73-34D0-4A48-AC4D-207BB8F9DF13}"/>
              </a:ext>
            </a:extLst>
          </p:cNvPr>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fld id="{B7C90DB5-2746-44C8-8BF7-AFB234DD4CFF}" type="slidenum">
              <a:rPr lang="en-US" altLang="en-US"/>
              <a:pPr/>
              <a:t>‹#›</a:t>
            </a:fld>
            <a:endParaRPr lang="en-US" altLang="en-US"/>
          </a:p>
        </p:txBody>
      </p:sp>
      <p:sp>
        <p:nvSpPr>
          <p:cNvPr id="169003" name="Rectangle 43">
            <a:extLst>
              <a:ext uri="{FF2B5EF4-FFF2-40B4-BE49-F238E27FC236}">
                <a16:creationId xmlns:a16="http://schemas.microsoft.com/office/drawing/2014/main" id="{F782CA9A-B0B4-4602-8E03-B50E65BCA8BB}"/>
              </a:ext>
            </a:extLst>
          </p:cNvPr>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0"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oleObject" Target="../embeddings/oleObject2.bin"/><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7.png"/><Relationship Id="rId5" Type="http://schemas.openxmlformats.org/officeDocument/2006/relationships/oleObject" Target="../embeddings/oleObject4.bin"/><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42.png"/><Relationship Id="rId5" Type="http://schemas.openxmlformats.org/officeDocument/2006/relationships/oleObject" Target="../embeddings/oleObject6.bin"/><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image" Target="../media/image47.png"/><Relationship Id="rId5" Type="http://schemas.openxmlformats.org/officeDocument/2006/relationships/oleObject" Target="../embeddings/oleObject11.bin"/><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image" Target="../media/image49.png"/><Relationship Id="rId5" Type="http://schemas.openxmlformats.org/officeDocument/2006/relationships/oleObject" Target="../embeddings/oleObject13.bin"/><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63.png"/></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6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1.vml"/><Relationship Id="rId5" Type="http://schemas.openxmlformats.org/officeDocument/2006/relationships/image" Target="../media/image92.png"/><Relationship Id="rId4" Type="http://schemas.openxmlformats.org/officeDocument/2006/relationships/image" Target="../media/image91.png"/></Relationships>
</file>

<file path=ppt/slides/_rels/slide8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088FF02-2720-412B-A7E8-EE5F32A7A98A}"/>
              </a:ext>
            </a:extLst>
          </p:cNvPr>
          <p:cNvSpPr>
            <a:spLocks noGrp="1" noChangeArrowheads="1"/>
          </p:cNvSpPr>
          <p:nvPr>
            <p:ph type="ctrTitle"/>
          </p:nvPr>
        </p:nvSpPr>
        <p:spPr>
          <a:xfrm>
            <a:off x="685800" y="838200"/>
            <a:ext cx="7772400" cy="2762250"/>
          </a:xfrm>
        </p:spPr>
        <p:txBody>
          <a:bodyPr/>
          <a:lstStyle/>
          <a:p>
            <a:pPr eaLnBrk="1" hangingPunct="1">
              <a:defRPr/>
            </a:pPr>
            <a:r>
              <a:rPr lang="en-US" sz="6600">
                <a:solidFill>
                  <a:srgbClr val="FF3300"/>
                </a:solidFill>
                <a:latin typeface="Verdana" pitchFamily="34" charset="0"/>
              </a:rPr>
              <a:t>Advanced </a:t>
            </a:r>
            <a:br>
              <a:rPr lang="en-US" sz="6600">
                <a:solidFill>
                  <a:srgbClr val="FF3300"/>
                </a:solidFill>
                <a:latin typeface="Verdana" pitchFamily="34" charset="0"/>
              </a:rPr>
            </a:br>
            <a:r>
              <a:rPr lang="en-US" sz="6600">
                <a:solidFill>
                  <a:srgbClr val="FF3300"/>
                </a:solidFill>
                <a:latin typeface="Verdana" pitchFamily="34" charset="0"/>
              </a:rPr>
              <a:t>ArcMap Editing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EB2FC85-D13C-427F-9F1E-DD109E5B541A}"/>
              </a:ext>
            </a:extLst>
          </p:cNvPr>
          <p:cNvSpPr>
            <a:spLocks noGrp="1" noChangeArrowheads="1"/>
          </p:cNvSpPr>
          <p:nvPr>
            <p:ph type="title"/>
          </p:nvPr>
        </p:nvSpPr>
        <p:spPr/>
        <p:txBody>
          <a:bodyPr/>
          <a:lstStyle/>
          <a:p>
            <a:pPr eaLnBrk="1" hangingPunct="1">
              <a:defRPr/>
            </a:pPr>
            <a:r>
              <a:rPr lang="en-US" sz="4000">
                <a:latin typeface="Verdana" pitchFamily="34" charset="0"/>
              </a:rPr>
              <a:t>Productive Editing Techniques </a:t>
            </a:r>
          </a:p>
        </p:txBody>
      </p:sp>
      <p:sp>
        <p:nvSpPr>
          <p:cNvPr id="3075" name="Rectangle 3">
            <a:extLst>
              <a:ext uri="{FF2B5EF4-FFF2-40B4-BE49-F238E27FC236}">
                <a16:creationId xmlns:a16="http://schemas.microsoft.com/office/drawing/2014/main" id="{6E3DA600-87F2-4144-9F2F-D548227EA1FC}"/>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en-US">
                <a:solidFill>
                  <a:srgbClr val="FF3300"/>
                </a:solidFill>
              </a:rPr>
              <a:t>Typical challenges when editing features</a:t>
            </a:r>
          </a:p>
          <a:p>
            <a:pPr lvl="1" eaLnBrk="1" hangingPunct="1">
              <a:defRPr/>
            </a:pPr>
            <a:r>
              <a:rPr lang="en-US"/>
              <a:t>Controlling Feature Snapping</a:t>
            </a:r>
          </a:p>
          <a:p>
            <a:pPr lvl="1" eaLnBrk="1" hangingPunct="1">
              <a:defRPr/>
            </a:pPr>
            <a:r>
              <a:rPr lang="en-US"/>
              <a:t>Editing/Sketching Efficiently</a:t>
            </a:r>
          </a:p>
          <a:p>
            <a:pPr lvl="1" eaLnBrk="1" hangingPunct="1">
              <a:defRPr/>
            </a:pPr>
            <a:r>
              <a:rPr lang="en-US"/>
              <a:t>Assuring Coincidence and Accuracy</a:t>
            </a:r>
          </a:p>
          <a:p>
            <a:pPr lvl="1" eaLnBrk="1" hangingPunct="1">
              <a:defRPr/>
            </a:pPr>
            <a:r>
              <a:rPr lang="en-US"/>
              <a:t>Managing Feature Selection</a:t>
            </a:r>
          </a:p>
          <a:p>
            <a:pPr lvl="1" eaLnBrk="1" hangingPunct="1">
              <a:defRPr/>
            </a:pPr>
            <a:r>
              <a:rPr lang="en-US"/>
              <a:t>Bulk Editing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C23A6B1-1EBB-4BBB-B8A2-B476467E8E64}"/>
              </a:ext>
            </a:extLst>
          </p:cNvPr>
          <p:cNvSpPr>
            <a:spLocks noGrp="1" noChangeArrowheads="1"/>
          </p:cNvSpPr>
          <p:nvPr>
            <p:ph type="title"/>
          </p:nvPr>
        </p:nvSpPr>
        <p:spPr/>
        <p:txBody>
          <a:bodyPr/>
          <a:lstStyle/>
          <a:p>
            <a:pPr eaLnBrk="1" hangingPunct="1">
              <a:defRPr/>
            </a:pPr>
            <a:r>
              <a:rPr lang="en-US">
                <a:latin typeface="Verdana" pitchFamily="34" charset="0"/>
              </a:rPr>
              <a:t>Snapping</a:t>
            </a:r>
          </a:p>
        </p:txBody>
      </p:sp>
      <p:sp>
        <p:nvSpPr>
          <p:cNvPr id="10243" name="Rectangle 3">
            <a:extLst>
              <a:ext uri="{FF2B5EF4-FFF2-40B4-BE49-F238E27FC236}">
                <a16:creationId xmlns:a16="http://schemas.microsoft.com/office/drawing/2014/main" id="{6F8D4327-C5FA-446E-9246-E0BB4C44F805}"/>
              </a:ext>
            </a:extLst>
          </p:cNvPr>
          <p:cNvSpPr>
            <a:spLocks noGrp="1" noChangeArrowheads="1"/>
          </p:cNvSpPr>
          <p:nvPr>
            <p:ph type="body" idx="1"/>
          </p:nvPr>
        </p:nvSpPr>
        <p:spPr/>
        <p:txBody>
          <a:bodyPr/>
          <a:lstStyle/>
          <a:p>
            <a:pPr algn="ctr" eaLnBrk="1" hangingPunct="1">
              <a:buFont typeface="Wingdings" panose="05000000000000000000" pitchFamily="2" charset="2"/>
              <a:buNone/>
              <a:defRPr/>
            </a:pPr>
            <a:r>
              <a:rPr lang="en-US" b="1">
                <a:solidFill>
                  <a:srgbClr val="FF3300"/>
                </a:solidFill>
              </a:rPr>
              <a:t>Problem</a:t>
            </a:r>
          </a:p>
          <a:p>
            <a:pPr algn="ctr" eaLnBrk="1" hangingPunct="1">
              <a:buFont typeface="Wingdings" panose="05000000000000000000" pitchFamily="2" charset="2"/>
              <a:buNone/>
              <a:defRPr/>
            </a:pPr>
            <a:endParaRPr lang="en-US" b="1">
              <a:solidFill>
                <a:srgbClr val="FF3300"/>
              </a:solidFill>
            </a:endParaRPr>
          </a:p>
          <a:p>
            <a:pPr algn="ctr" eaLnBrk="1" hangingPunct="1">
              <a:buFont typeface="Wingdings" panose="05000000000000000000" pitchFamily="2" charset="2"/>
              <a:buNone/>
              <a:defRPr/>
            </a:pPr>
            <a:r>
              <a:rPr lang="en-US"/>
              <a:t>How do I know what</a:t>
            </a:r>
          </a:p>
          <a:p>
            <a:pPr algn="ctr" eaLnBrk="1" hangingPunct="1">
              <a:buFont typeface="Wingdings" panose="05000000000000000000" pitchFamily="2" charset="2"/>
              <a:buNone/>
              <a:defRPr/>
            </a:pPr>
            <a:r>
              <a:rPr lang="en-US"/>
              <a:t>I am snapping 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CD1C231-F9BC-446D-A116-D7ACC34C247E}"/>
              </a:ext>
            </a:extLst>
          </p:cNvPr>
          <p:cNvSpPr>
            <a:spLocks noGrp="1" noChangeArrowheads="1"/>
          </p:cNvSpPr>
          <p:nvPr>
            <p:ph type="title"/>
          </p:nvPr>
        </p:nvSpPr>
        <p:spPr/>
        <p:txBody>
          <a:bodyPr/>
          <a:lstStyle/>
          <a:p>
            <a:pPr eaLnBrk="1" hangingPunct="1">
              <a:defRPr/>
            </a:pPr>
            <a:r>
              <a:rPr lang="en-US">
                <a:latin typeface="Verdana" pitchFamily="34" charset="0"/>
              </a:rPr>
              <a:t>Snap Priority</a:t>
            </a:r>
          </a:p>
        </p:txBody>
      </p:sp>
      <p:sp>
        <p:nvSpPr>
          <p:cNvPr id="15363" name="Rectangle 3">
            <a:extLst>
              <a:ext uri="{FF2B5EF4-FFF2-40B4-BE49-F238E27FC236}">
                <a16:creationId xmlns:a16="http://schemas.microsoft.com/office/drawing/2014/main" id="{5DD89E99-C67A-4B7E-8D65-1146BA05609F}"/>
              </a:ext>
            </a:extLst>
          </p:cNvPr>
          <p:cNvSpPr>
            <a:spLocks noGrp="1" noChangeArrowheads="1"/>
          </p:cNvSpPr>
          <p:nvPr>
            <p:ph type="body" sz="half" idx="1"/>
          </p:nvPr>
        </p:nvSpPr>
        <p:spPr/>
        <p:txBody>
          <a:bodyPr/>
          <a:lstStyle/>
          <a:p>
            <a:pPr eaLnBrk="1" hangingPunct="1">
              <a:defRPr/>
            </a:pPr>
            <a:r>
              <a:rPr lang="en-US" sz="2800"/>
              <a:t>Open Snap options in the Editor dropdown</a:t>
            </a:r>
          </a:p>
          <a:p>
            <a:pPr eaLnBrk="1" hangingPunct="1">
              <a:defRPr/>
            </a:pPr>
            <a:r>
              <a:rPr lang="en-US" sz="2800"/>
              <a:t>Checked layers on top have a higher priority to be snapped to</a:t>
            </a:r>
          </a:p>
          <a:p>
            <a:pPr eaLnBrk="1" hangingPunct="1">
              <a:defRPr/>
            </a:pPr>
            <a:r>
              <a:rPr lang="en-US" sz="2800"/>
              <a:t>Drag layers up or down based on your need</a:t>
            </a:r>
          </a:p>
        </p:txBody>
      </p:sp>
      <p:pic>
        <p:nvPicPr>
          <p:cNvPr id="6148" name="Picture 5" descr="Snapping Environment dialog box">
            <a:extLst>
              <a:ext uri="{FF2B5EF4-FFF2-40B4-BE49-F238E27FC236}">
                <a16:creationId xmlns:a16="http://schemas.microsoft.com/office/drawing/2014/main" id="{0605AEE1-2BCC-478F-8AB6-053F71CF040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424488" y="1676400"/>
            <a:ext cx="2971800" cy="3762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67CD6F4-525F-4FD4-976D-6497723737BE}"/>
              </a:ext>
            </a:extLst>
          </p:cNvPr>
          <p:cNvSpPr>
            <a:spLocks noGrp="1" noChangeArrowheads="1"/>
          </p:cNvSpPr>
          <p:nvPr>
            <p:ph type="title"/>
          </p:nvPr>
        </p:nvSpPr>
        <p:spPr/>
        <p:txBody>
          <a:bodyPr/>
          <a:lstStyle/>
          <a:p>
            <a:pPr eaLnBrk="1" hangingPunct="1">
              <a:defRPr/>
            </a:pPr>
            <a:r>
              <a:rPr lang="en-US">
                <a:latin typeface="Verdana" pitchFamily="34" charset="0"/>
              </a:rPr>
              <a:t>Snap Tolerance</a:t>
            </a:r>
          </a:p>
        </p:txBody>
      </p:sp>
      <p:sp>
        <p:nvSpPr>
          <p:cNvPr id="11267" name="Rectangle 3">
            <a:extLst>
              <a:ext uri="{FF2B5EF4-FFF2-40B4-BE49-F238E27FC236}">
                <a16:creationId xmlns:a16="http://schemas.microsoft.com/office/drawing/2014/main" id="{E8663194-B5F1-484D-9446-387C6AF0632B}"/>
              </a:ext>
            </a:extLst>
          </p:cNvPr>
          <p:cNvSpPr>
            <a:spLocks noGrp="1" noChangeArrowheads="1"/>
          </p:cNvSpPr>
          <p:nvPr>
            <p:ph type="body" sz="half" idx="1"/>
          </p:nvPr>
        </p:nvSpPr>
        <p:spPr>
          <a:xfrm>
            <a:off x="457200" y="1295400"/>
            <a:ext cx="4038600" cy="5410200"/>
          </a:xfrm>
        </p:spPr>
        <p:txBody>
          <a:bodyPr/>
          <a:lstStyle/>
          <a:p>
            <a:pPr eaLnBrk="1" hangingPunct="1">
              <a:defRPr/>
            </a:pPr>
            <a:r>
              <a:rPr lang="en-US" sz="2400"/>
              <a:t>On Editor Toolbar Edit&gt;Options</a:t>
            </a:r>
          </a:p>
          <a:p>
            <a:pPr eaLnBrk="1" hangingPunct="1">
              <a:defRPr/>
            </a:pPr>
            <a:r>
              <a:rPr lang="en-US" sz="2400"/>
              <a:t>Set snap tolerance to ensure snapping at your editing scale </a:t>
            </a:r>
          </a:p>
          <a:p>
            <a:pPr eaLnBrk="1" hangingPunct="1">
              <a:defRPr/>
            </a:pPr>
            <a:r>
              <a:rPr lang="en-US" sz="2400"/>
              <a:t>When editing press the T key to see your snapping range</a:t>
            </a:r>
          </a:p>
          <a:p>
            <a:pPr eaLnBrk="1" hangingPunct="1">
              <a:defRPr/>
            </a:pPr>
            <a:r>
              <a:rPr lang="en-US" sz="2400"/>
              <a:t>Pixel vs. map units</a:t>
            </a:r>
          </a:p>
          <a:p>
            <a:pPr lvl="1" eaLnBrk="1" hangingPunct="1">
              <a:defRPr/>
            </a:pPr>
            <a:r>
              <a:rPr lang="en-US" sz="2000"/>
              <a:t>Depends on need &amp; user</a:t>
            </a:r>
          </a:p>
        </p:txBody>
      </p:sp>
      <p:pic>
        <p:nvPicPr>
          <p:cNvPr id="7172" name="Picture 4">
            <a:extLst>
              <a:ext uri="{FF2B5EF4-FFF2-40B4-BE49-F238E27FC236}">
                <a16:creationId xmlns:a16="http://schemas.microsoft.com/office/drawing/2014/main" id="{142E1832-70F8-479A-BDAB-B680D0A9C158}"/>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419600" y="1752600"/>
            <a:ext cx="4137025" cy="4271963"/>
          </a:xfrm>
          <a:noFill/>
        </p:spPr>
      </p:pic>
      <p:sp>
        <p:nvSpPr>
          <p:cNvPr id="7173" name="Oval 8">
            <a:extLst>
              <a:ext uri="{FF2B5EF4-FFF2-40B4-BE49-F238E27FC236}">
                <a16:creationId xmlns:a16="http://schemas.microsoft.com/office/drawing/2014/main" id="{A6C8BBFF-80EC-458D-9C93-F0A4180681E6}"/>
              </a:ext>
            </a:extLst>
          </p:cNvPr>
          <p:cNvSpPr>
            <a:spLocks noChangeArrowheads="1"/>
          </p:cNvSpPr>
          <p:nvPr/>
        </p:nvSpPr>
        <p:spPr bwMode="auto">
          <a:xfrm>
            <a:off x="4495800" y="2590800"/>
            <a:ext cx="2743200" cy="457200"/>
          </a:xfrm>
          <a:prstGeom prst="ellipse">
            <a:avLst/>
          </a:prstGeom>
          <a:noFill/>
          <a:ln w="254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016AA8E8-05E2-48AE-A882-58A512BBAB6B}"/>
              </a:ext>
            </a:extLst>
          </p:cNvPr>
          <p:cNvSpPr>
            <a:spLocks noGrp="1" noChangeArrowheads="1"/>
          </p:cNvSpPr>
          <p:nvPr>
            <p:ph type="title"/>
          </p:nvPr>
        </p:nvSpPr>
        <p:spPr/>
        <p:txBody>
          <a:bodyPr/>
          <a:lstStyle/>
          <a:p>
            <a:pPr eaLnBrk="1" hangingPunct="1">
              <a:defRPr/>
            </a:pPr>
            <a:r>
              <a:rPr lang="en-US">
                <a:latin typeface="Verdana" pitchFamily="34" charset="0"/>
              </a:rPr>
              <a:t>Snap Tolerance Tool</a:t>
            </a:r>
          </a:p>
        </p:txBody>
      </p:sp>
      <p:sp>
        <p:nvSpPr>
          <p:cNvPr id="161795" name="Rectangle 3">
            <a:extLst>
              <a:ext uri="{FF2B5EF4-FFF2-40B4-BE49-F238E27FC236}">
                <a16:creationId xmlns:a16="http://schemas.microsoft.com/office/drawing/2014/main" id="{B66F96D5-FB3A-4464-8490-F808DD8D66F0}"/>
              </a:ext>
            </a:extLst>
          </p:cNvPr>
          <p:cNvSpPr>
            <a:spLocks noGrp="1" noChangeArrowheads="1"/>
          </p:cNvSpPr>
          <p:nvPr>
            <p:ph type="body" idx="1"/>
          </p:nvPr>
        </p:nvSpPr>
        <p:spPr/>
        <p:txBody>
          <a:bodyPr/>
          <a:lstStyle/>
          <a:p>
            <a:pPr eaLnBrk="1" hangingPunct="1">
              <a:defRPr/>
            </a:pPr>
            <a:r>
              <a:rPr lang="en-US"/>
              <a:t>Set the tolerance as you edit or based on the features you are editing </a:t>
            </a:r>
          </a:p>
          <a:p>
            <a:pPr eaLnBrk="1" hangingPunct="1">
              <a:defRPr/>
            </a:pPr>
            <a:r>
              <a:rPr lang="en-US"/>
              <a:t>Tool located in the editor group</a:t>
            </a:r>
          </a:p>
        </p:txBody>
      </p:sp>
      <p:pic>
        <p:nvPicPr>
          <p:cNvPr id="8196" name="Picture 4">
            <a:extLst>
              <a:ext uri="{FF2B5EF4-FFF2-40B4-BE49-F238E27FC236}">
                <a16:creationId xmlns:a16="http://schemas.microsoft.com/office/drawing/2014/main" id="{66EAE19D-38CA-496F-B0DA-171268E68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2743200"/>
            <a:ext cx="6096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AEA0FD1-8C9B-47CE-9220-5DE75265C105}"/>
              </a:ext>
            </a:extLst>
          </p:cNvPr>
          <p:cNvSpPr>
            <a:spLocks noGrp="1" noChangeArrowheads="1"/>
          </p:cNvSpPr>
          <p:nvPr>
            <p:ph type="title"/>
          </p:nvPr>
        </p:nvSpPr>
        <p:spPr/>
        <p:txBody>
          <a:bodyPr/>
          <a:lstStyle/>
          <a:p>
            <a:pPr eaLnBrk="1" hangingPunct="1">
              <a:defRPr/>
            </a:pPr>
            <a:r>
              <a:rPr lang="en-US">
                <a:latin typeface="Verdana" pitchFamily="34" charset="0"/>
              </a:rPr>
              <a:t>Snap Tips and Indicator</a:t>
            </a:r>
          </a:p>
        </p:txBody>
      </p:sp>
      <p:sp>
        <p:nvSpPr>
          <p:cNvPr id="12291" name="Rectangle 3">
            <a:extLst>
              <a:ext uri="{FF2B5EF4-FFF2-40B4-BE49-F238E27FC236}">
                <a16:creationId xmlns:a16="http://schemas.microsoft.com/office/drawing/2014/main" id="{DB7D943C-3EBF-4B05-AADE-97312A14F8BA}"/>
              </a:ext>
            </a:extLst>
          </p:cNvPr>
          <p:cNvSpPr>
            <a:spLocks noGrp="1" noChangeArrowheads="1"/>
          </p:cNvSpPr>
          <p:nvPr>
            <p:ph type="body" sz="half" idx="1"/>
          </p:nvPr>
        </p:nvSpPr>
        <p:spPr>
          <a:xfrm>
            <a:off x="457200" y="1600200"/>
            <a:ext cx="5410200" cy="4530725"/>
          </a:xfrm>
        </p:spPr>
        <p:txBody>
          <a:bodyPr/>
          <a:lstStyle/>
          <a:p>
            <a:pPr eaLnBrk="1" hangingPunct="1">
              <a:defRPr/>
            </a:pPr>
            <a:r>
              <a:rPr lang="en-US" sz="2800"/>
              <a:t>Snap Tips</a:t>
            </a:r>
          </a:p>
          <a:p>
            <a:pPr lvl="1" eaLnBrk="1" hangingPunct="1">
              <a:defRPr/>
            </a:pPr>
            <a:r>
              <a:rPr lang="en-US" sz="2400"/>
              <a:t>Check snap tips in Editor options</a:t>
            </a:r>
          </a:p>
          <a:p>
            <a:pPr lvl="1" eaLnBrk="1" hangingPunct="1">
              <a:defRPr/>
            </a:pPr>
            <a:r>
              <a:rPr lang="en-US" sz="2400"/>
              <a:t>Hover over a valid feature to snap to and a box will appear</a:t>
            </a:r>
          </a:p>
          <a:p>
            <a:pPr eaLnBrk="1" hangingPunct="1">
              <a:defRPr/>
            </a:pPr>
            <a:endParaRPr lang="en-US" sz="2800"/>
          </a:p>
          <a:p>
            <a:pPr eaLnBrk="1" hangingPunct="1">
              <a:defRPr/>
            </a:pPr>
            <a:endParaRPr lang="en-US" sz="2800"/>
          </a:p>
          <a:p>
            <a:pPr eaLnBrk="1" hangingPunct="1">
              <a:defRPr/>
            </a:pPr>
            <a:r>
              <a:rPr lang="en-US" sz="2800"/>
              <a:t>Snap Indicator</a:t>
            </a:r>
          </a:p>
          <a:p>
            <a:pPr lvl="1" eaLnBrk="1" hangingPunct="1">
              <a:defRPr/>
            </a:pPr>
            <a:r>
              <a:rPr lang="en-US" sz="2400"/>
              <a:t>Bottom Right of ArcMap</a:t>
            </a:r>
          </a:p>
        </p:txBody>
      </p:sp>
      <p:graphicFrame>
        <p:nvGraphicFramePr>
          <p:cNvPr id="9220" name="Object 4">
            <a:extLst>
              <a:ext uri="{FF2B5EF4-FFF2-40B4-BE49-F238E27FC236}">
                <a16:creationId xmlns:a16="http://schemas.microsoft.com/office/drawing/2014/main" id="{E5E7E124-D31C-4267-84FD-D079D8002B50}"/>
              </a:ext>
            </a:extLst>
          </p:cNvPr>
          <p:cNvGraphicFramePr>
            <a:graphicFrameLocks noGrp="1" noChangeAspect="1"/>
          </p:cNvGraphicFramePr>
          <p:nvPr>
            <p:ph sz="quarter" idx="2"/>
          </p:nvPr>
        </p:nvGraphicFramePr>
        <p:xfrm>
          <a:off x="5967413" y="2460625"/>
          <a:ext cx="1400175" cy="466725"/>
        </p:xfrm>
        <a:graphic>
          <a:graphicData uri="http://schemas.openxmlformats.org/presentationml/2006/ole">
            <mc:AlternateContent xmlns:mc="http://schemas.openxmlformats.org/markup-compatibility/2006">
              <mc:Choice xmlns:v="urn:schemas-microsoft-com:vml" Requires="v">
                <p:oleObj spid="_x0000_s9255" name="Bitmap Image" r:id="rId3" imgW="1400000" imgH="466543" progId="Paint.Picture">
                  <p:embed/>
                </p:oleObj>
              </mc:Choice>
              <mc:Fallback>
                <p:oleObj name="Bitmap Image" r:id="rId3" imgW="1400000" imgH="466543"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7413" y="2460625"/>
                        <a:ext cx="140017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1" name="Object 6">
            <a:extLst>
              <a:ext uri="{FF2B5EF4-FFF2-40B4-BE49-F238E27FC236}">
                <a16:creationId xmlns:a16="http://schemas.microsoft.com/office/drawing/2014/main" id="{7779410D-A054-4AF7-B1D1-CCB246F0CAF9}"/>
              </a:ext>
            </a:extLst>
          </p:cNvPr>
          <p:cNvGraphicFramePr>
            <a:graphicFrameLocks noGrp="1" noChangeAspect="1"/>
          </p:cNvGraphicFramePr>
          <p:nvPr>
            <p:ph sz="quarter" idx="3"/>
          </p:nvPr>
        </p:nvGraphicFramePr>
        <p:xfrm>
          <a:off x="5791200" y="4498975"/>
          <a:ext cx="2066925" cy="774700"/>
        </p:xfrm>
        <a:graphic>
          <a:graphicData uri="http://schemas.openxmlformats.org/presentationml/2006/ole">
            <mc:AlternateContent xmlns:mc="http://schemas.openxmlformats.org/markup-compatibility/2006">
              <mc:Choice xmlns:v="urn:schemas-microsoft-com:vml" Requires="v">
                <p:oleObj spid="_x0000_s9256" name="Bitmap Image" r:id="rId5" imgW="2066667" imgH="1085714" progId="Paint.Picture">
                  <p:embed/>
                </p:oleObj>
              </mc:Choice>
              <mc:Fallback>
                <p:oleObj name="Bitmap Image" r:id="rId5" imgW="2066667" imgH="1085714" progId="Paint.Picture">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t="28654"/>
                      <a:stretch>
                        <a:fillRect/>
                      </a:stretch>
                    </p:blipFill>
                    <p:spPr bwMode="auto">
                      <a:xfrm>
                        <a:off x="5791200" y="4498975"/>
                        <a:ext cx="206692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2" name="Oval 8">
            <a:extLst>
              <a:ext uri="{FF2B5EF4-FFF2-40B4-BE49-F238E27FC236}">
                <a16:creationId xmlns:a16="http://schemas.microsoft.com/office/drawing/2014/main" id="{269E0EDD-9C62-4548-BB48-A41F91838D66}"/>
              </a:ext>
            </a:extLst>
          </p:cNvPr>
          <p:cNvSpPr>
            <a:spLocks noChangeArrowheads="1"/>
          </p:cNvSpPr>
          <p:nvPr/>
        </p:nvSpPr>
        <p:spPr bwMode="auto">
          <a:xfrm>
            <a:off x="5638800" y="5029200"/>
            <a:ext cx="1371600" cy="381000"/>
          </a:xfrm>
          <a:prstGeom prst="ellipse">
            <a:avLst/>
          </a:prstGeom>
          <a:noFill/>
          <a:ln w="254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A668160-7D76-4508-94D6-DA1D1CE02F19}"/>
              </a:ext>
            </a:extLst>
          </p:cNvPr>
          <p:cNvSpPr>
            <a:spLocks noGrp="1" noChangeArrowheads="1"/>
          </p:cNvSpPr>
          <p:nvPr>
            <p:ph type="title"/>
          </p:nvPr>
        </p:nvSpPr>
        <p:spPr/>
        <p:txBody>
          <a:bodyPr/>
          <a:lstStyle/>
          <a:p>
            <a:pPr eaLnBrk="1" hangingPunct="1">
              <a:defRPr/>
            </a:pPr>
            <a:r>
              <a:rPr lang="en-US">
                <a:latin typeface="Verdana" pitchFamily="34" charset="0"/>
              </a:rPr>
              <a:t>Snap Overriding</a:t>
            </a:r>
          </a:p>
        </p:txBody>
      </p:sp>
      <p:sp>
        <p:nvSpPr>
          <p:cNvPr id="14339" name="Rectangle 3">
            <a:extLst>
              <a:ext uri="{FF2B5EF4-FFF2-40B4-BE49-F238E27FC236}">
                <a16:creationId xmlns:a16="http://schemas.microsoft.com/office/drawing/2014/main" id="{19B83AEA-BD82-46E6-894F-21B1E631E048}"/>
              </a:ext>
            </a:extLst>
          </p:cNvPr>
          <p:cNvSpPr>
            <a:spLocks noGrp="1" noChangeArrowheads="1"/>
          </p:cNvSpPr>
          <p:nvPr>
            <p:ph type="body" idx="1"/>
          </p:nvPr>
        </p:nvSpPr>
        <p:spPr/>
        <p:txBody>
          <a:bodyPr/>
          <a:lstStyle/>
          <a:p>
            <a:pPr eaLnBrk="1" hangingPunct="1">
              <a:defRPr/>
            </a:pPr>
            <a:r>
              <a:rPr lang="en-US" b="1">
                <a:solidFill>
                  <a:srgbClr val="FF3300"/>
                </a:solidFill>
              </a:rPr>
              <a:t>Quick </a:t>
            </a:r>
          </a:p>
          <a:p>
            <a:pPr lvl="1" eaLnBrk="1" hangingPunct="1">
              <a:defRPr/>
            </a:pPr>
            <a:r>
              <a:rPr lang="en-US"/>
              <a:t>Override snaps at any time by holding onto the spacebar while editing</a:t>
            </a:r>
          </a:p>
          <a:p>
            <a:pPr eaLnBrk="1" hangingPunct="1">
              <a:defRPr/>
            </a:pPr>
            <a:r>
              <a:rPr lang="en-US" b="1">
                <a:solidFill>
                  <a:srgbClr val="FF3300"/>
                </a:solidFill>
              </a:rPr>
              <a:t>Time Consuming</a:t>
            </a:r>
            <a:r>
              <a:rPr lang="en-US"/>
              <a:t> </a:t>
            </a:r>
          </a:p>
          <a:p>
            <a:pPr lvl="1" eaLnBrk="1" hangingPunct="1">
              <a:defRPr/>
            </a:pPr>
            <a:r>
              <a:rPr lang="en-US"/>
              <a:t>Uncheck all features in the snapping dialog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CFDA642-BEA3-479E-9160-E3EDE7E341EF}"/>
              </a:ext>
            </a:extLst>
          </p:cNvPr>
          <p:cNvSpPr>
            <a:spLocks noGrp="1" noChangeArrowheads="1"/>
          </p:cNvSpPr>
          <p:nvPr>
            <p:ph type="title"/>
          </p:nvPr>
        </p:nvSpPr>
        <p:spPr/>
        <p:txBody>
          <a:bodyPr/>
          <a:lstStyle/>
          <a:p>
            <a:pPr eaLnBrk="1" hangingPunct="1">
              <a:defRPr/>
            </a:pPr>
            <a:r>
              <a:rPr lang="en-US">
                <a:latin typeface="Verdana" pitchFamily="34" charset="0"/>
              </a:rPr>
              <a:t>Selection Anchor</a:t>
            </a:r>
          </a:p>
        </p:txBody>
      </p:sp>
      <p:sp>
        <p:nvSpPr>
          <p:cNvPr id="102403" name="Rectangle 3">
            <a:extLst>
              <a:ext uri="{FF2B5EF4-FFF2-40B4-BE49-F238E27FC236}">
                <a16:creationId xmlns:a16="http://schemas.microsoft.com/office/drawing/2014/main" id="{0F335D5D-0EBB-4DB1-864C-1E81F72002D5}"/>
              </a:ext>
            </a:extLst>
          </p:cNvPr>
          <p:cNvSpPr>
            <a:spLocks noGrp="1" noChangeArrowheads="1"/>
          </p:cNvSpPr>
          <p:nvPr>
            <p:ph type="body" sz="half" idx="1"/>
          </p:nvPr>
        </p:nvSpPr>
        <p:spPr>
          <a:xfrm>
            <a:off x="457200" y="1447800"/>
            <a:ext cx="5943600" cy="4530725"/>
          </a:xfrm>
        </p:spPr>
        <p:txBody>
          <a:bodyPr/>
          <a:lstStyle/>
          <a:p>
            <a:pPr eaLnBrk="1" hangingPunct="1">
              <a:defRPr/>
            </a:pPr>
            <a:r>
              <a:rPr lang="en-US" sz="2800"/>
              <a:t>On all features there is a selection anchor when you select one or more features</a:t>
            </a:r>
          </a:p>
          <a:p>
            <a:pPr eaLnBrk="1" hangingPunct="1">
              <a:defRPr/>
            </a:pPr>
            <a:r>
              <a:rPr lang="en-US" sz="2800"/>
              <a:t>Always by default in the center of the feature or features</a:t>
            </a:r>
          </a:p>
          <a:p>
            <a:pPr eaLnBrk="1" hangingPunct="1">
              <a:defRPr/>
            </a:pPr>
            <a:r>
              <a:rPr lang="en-US" sz="2800"/>
              <a:t>Move selection by holding the </a:t>
            </a:r>
            <a:r>
              <a:rPr lang="en-US" sz="2800" b="1">
                <a:solidFill>
                  <a:srgbClr val="FF3300"/>
                </a:solidFill>
              </a:rPr>
              <a:t>Ctrl</a:t>
            </a:r>
            <a:r>
              <a:rPr lang="en-US" sz="2800"/>
              <a:t> key and hovering over anchor</a:t>
            </a:r>
          </a:p>
          <a:p>
            <a:pPr eaLnBrk="1" hangingPunct="1">
              <a:defRPr/>
            </a:pPr>
            <a:r>
              <a:rPr lang="en-US" sz="2800"/>
              <a:t>Allows you to snap edge and ends to other edge and ends</a:t>
            </a:r>
          </a:p>
        </p:txBody>
      </p:sp>
      <p:graphicFrame>
        <p:nvGraphicFramePr>
          <p:cNvPr id="11268" name="Object 4">
            <a:extLst>
              <a:ext uri="{FF2B5EF4-FFF2-40B4-BE49-F238E27FC236}">
                <a16:creationId xmlns:a16="http://schemas.microsoft.com/office/drawing/2014/main" id="{F168476E-BE0E-4636-9234-5E1929039FEB}"/>
              </a:ext>
            </a:extLst>
          </p:cNvPr>
          <p:cNvGraphicFramePr>
            <a:graphicFrameLocks noGrp="1" noChangeAspect="1"/>
          </p:cNvGraphicFramePr>
          <p:nvPr>
            <p:ph sz="quarter" idx="2"/>
          </p:nvPr>
        </p:nvGraphicFramePr>
        <p:xfrm>
          <a:off x="6781800" y="2057400"/>
          <a:ext cx="1666875" cy="1077913"/>
        </p:xfrm>
        <a:graphic>
          <a:graphicData uri="http://schemas.openxmlformats.org/presentationml/2006/ole">
            <mc:AlternateContent xmlns:mc="http://schemas.openxmlformats.org/markup-compatibility/2006">
              <mc:Choice xmlns:v="urn:schemas-microsoft-com:vml" Requires="v">
                <p:oleObj spid="_x0000_s11304" name="Bitmap Image" r:id="rId3" imgW="1666667" imgH="1076475" progId="Paint.Picture">
                  <p:embed/>
                </p:oleObj>
              </mc:Choice>
              <mc:Fallback>
                <p:oleObj name="Bitmap Image" r:id="rId3" imgW="1666667" imgH="1076475"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2057400"/>
                        <a:ext cx="1666875" cy="107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6">
            <a:extLst>
              <a:ext uri="{FF2B5EF4-FFF2-40B4-BE49-F238E27FC236}">
                <a16:creationId xmlns:a16="http://schemas.microsoft.com/office/drawing/2014/main" id="{C3054989-4587-4B8B-ABF5-178BA434F3DB}"/>
              </a:ext>
            </a:extLst>
          </p:cNvPr>
          <p:cNvGraphicFramePr>
            <a:graphicFrameLocks noGrp="1" noChangeAspect="1"/>
          </p:cNvGraphicFramePr>
          <p:nvPr>
            <p:ph sz="quarter" idx="3"/>
          </p:nvPr>
        </p:nvGraphicFramePr>
        <p:xfrm>
          <a:off x="6705600" y="4498975"/>
          <a:ext cx="1628775" cy="1039813"/>
        </p:xfrm>
        <a:graphic>
          <a:graphicData uri="http://schemas.openxmlformats.org/presentationml/2006/ole">
            <mc:AlternateContent xmlns:mc="http://schemas.openxmlformats.org/markup-compatibility/2006">
              <mc:Choice xmlns:v="urn:schemas-microsoft-com:vml" Requires="v">
                <p:oleObj spid="_x0000_s11305" name="Bitmap Image" r:id="rId5" imgW="1628571" imgH="1038370" progId="Paint.Picture">
                  <p:embed/>
                </p:oleObj>
              </mc:Choice>
              <mc:Fallback>
                <p:oleObj name="Bitmap Image" r:id="rId5" imgW="1628571" imgH="1038370" progId="Paint.Picture">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5600" y="4498975"/>
                        <a:ext cx="1628775"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0" name="Line 8">
            <a:extLst>
              <a:ext uri="{FF2B5EF4-FFF2-40B4-BE49-F238E27FC236}">
                <a16:creationId xmlns:a16="http://schemas.microsoft.com/office/drawing/2014/main" id="{322DB2A1-B90E-497E-8BCF-3BE4AAAD3CC3}"/>
              </a:ext>
            </a:extLst>
          </p:cNvPr>
          <p:cNvSpPr>
            <a:spLocks noChangeShapeType="1"/>
          </p:cNvSpPr>
          <p:nvPr/>
        </p:nvSpPr>
        <p:spPr bwMode="auto">
          <a:xfrm flipV="1">
            <a:off x="6248400" y="2667000"/>
            <a:ext cx="1295400" cy="1676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1" name="Line 9">
            <a:extLst>
              <a:ext uri="{FF2B5EF4-FFF2-40B4-BE49-F238E27FC236}">
                <a16:creationId xmlns:a16="http://schemas.microsoft.com/office/drawing/2014/main" id="{4C2D43DE-2365-4971-AFC3-F7E35CE92201}"/>
              </a:ext>
            </a:extLst>
          </p:cNvPr>
          <p:cNvSpPr>
            <a:spLocks noChangeShapeType="1"/>
          </p:cNvSpPr>
          <p:nvPr/>
        </p:nvSpPr>
        <p:spPr bwMode="auto">
          <a:xfrm>
            <a:off x="6248400" y="4343400"/>
            <a:ext cx="190500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1407E107-D656-44EC-8F8A-CEC86A06EBFD}"/>
              </a:ext>
            </a:extLst>
          </p:cNvPr>
          <p:cNvSpPr>
            <a:spLocks noGrp="1" noChangeArrowheads="1"/>
          </p:cNvSpPr>
          <p:nvPr>
            <p:ph type="title"/>
          </p:nvPr>
        </p:nvSpPr>
        <p:spPr/>
        <p:txBody>
          <a:bodyPr/>
          <a:lstStyle/>
          <a:p>
            <a:pPr eaLnBrk="1" hangingPunct="1">
              <a:defRPr/>
            </a:pPr>
            <a:r>
              <a:rPr lang="en-US">
                <a:latin typeface="Verdana" pitchFamily="34" charset="0"/>
              </a:rPr>
              <a:t>Secondary Selection Anchor</a:t>
            </a:r>
          </a:p>
        </p:txBody>
      </p:sp>
      <p:sp>
        <p:nvSpPr>
          <p:cNvPr id="165891" name="Rectangle 3">
            <a:extLst>
              <a:ext uri="{FF2B5EF4-FFF2-40B4-BE49-F238E27FC236}">
                <a16:creationId xmlns:a16="http://schemas.microsoft.com/office/drawing/2014/main" id="{0D10B228-06CD-4CE5-8AF6-16715824EC57}"/>
              </a:ext>
            </a:extLst>
          </p:cNvPr>
          <p:cNvSpPr>
            <a:spLocks noGrp="1" noChangeArrowheads="1"/>
          </p:cNvSpPr>
          <p:nvPr>
            <p:ph type="body" idx="1"/>
          </p:nvPr>
        </p:nvSpPr>
        <p:spPr/>
        <p:txBody>
          <a:bodyPr/>
          <a:lstStyle/>
          <a:p>
            <a:pPr eaLnBrk="1" hangingPunct="1">
              <a:defRPr/>
            </a:pPr>
            <a:r>
              <a:rPr lang="en-US" sz="2800"/>
              <a:t>Selecting the line feature</a:t>
            </a:r>
          </a:p>
          <a:p>
            <a:pPr eaLnBrk="1" hangingPunct="1">
              <a:defRPr/>
            </a:pPr>
            <a:r>
              <a:rPr lang="en-US" sz="2800"/>
              <a:t>Pressing the </a:t>
            </a:r>
            <a:r>
              <a:rPr lang="en-US" sz="2800">
                <a:solidFill>
                  <a:srgbClr val="FF3300"/>
                </a:solidFill>
              </a:rPr>
              <a:t>S</a:t>
            </a:r>
            <a:r>
              <a:rPr lang="en-US" sz="2800"/>
              <a:t> key to create an Auxiliary Selection Anchor</a:t>
            </a:r>
          </a:p>
          <a:p>
            <a:pPr eaLnBrk="1" hangingPunct="1">
              <a:defRPr/>
            </a:pPr>
            <a:r>
              <a:rPr lang="en-US" sz="2800"/>
              <a:t>Position both anchors</a:t>
            </a:r>
          </a:p>
          <a:p>
            <a:pPr eaLnBrk="1" hangingPunct="1">
              <a:defRPr/>
            </a:pPr>
            <a:r>
              <a:rPr lang="en-US" sz="2800"/>
              <a:t>Clicking on the Rotate tool in the Editor toolbar to position the selection anchors</a:t>
            </a:r>
          </a:p>
          <a:p>
            <a:pPr eaLnBrk="1" hangingPunct="1">
              <a:defRPr/>
            </a:pPr>
            <a:r>
              <a:rPr lang="en-US" sz="2800"/>
              <a:t>The first anchor acts as the pivot point and the second anchor acts as the snapping point so the features can rotate and snapping will occur</a:t>
            </a:r>
          </a:p>
          <a:p>
            <a:pPr eaLnBrk="1" hangingPunct="1">
              <a:defRPr/>
            </a:pPr>
            <a:endParaRPr 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710CDB2-3708-41F5-80BA-712DCADE7AD5}"/>
              </a:ext>
            </a:extLst>
          </p:cNvPr>
          <p:cNvSpPr>
            <a:spLocks noGrp="1" noChangeArrowheads="1"/>
          </p:cNvSpPr>
          <p:nvPr>
            <p:ph type="title"/>
          </p:nvPr>
        </p:nvSpPr>
        <p:spPr/>
        <p:txBody>
          <a:bodyPr/>
          <a:lstStyle/>
          <a:p>
            <a:pPr eaLnBrk="1" hangingPunct="1">
              <a:defRPr/>
            </a:pPr>
            <a:r>
              <a:rPr lang="en-US" sz="4000">
                <a:latin typeface="Verdana" pitchFamily="34" charset="0"/>
              </a:rPr>
              <a:t>Snapping to a Specific Feature</a:t>
            </a:r>
          </a:p>
        </p:txBody>
      </p:sp>
      <p:sp>
        <p:nvSpPr>
          <p:cNvPr id="98307" name="Rectangle 3">
            <a:extLst>
              <a:ext uri="{FF2B5EF4-FFF2-40B4-BE49-F238E27FC236}">
                <a16:creationId xmlns:a16="http://schemas.microsoft.com/office/drawing/2014/main" id="{7074BBE2-C74D-4B13-A56E-C15E041630DE}"/>
              </a:ext>
            </a:extLst>
          </p:cNvPr>
          <p:cNvSpPr>
            <a:spLocks noGrp="1" noChangeArrowheads="1"/>
          </p:cNvSpPr>
          <p:nvPr>
            <p:ph type="body" idx="1"/>
          </p:nvPr>
        </p:nvSpPr>
        <p:spPr/>
        <p:txBody>
          <a:bodyPr/>
          <a:lstStyle/>
          <a:p>
            <a:pPr eaLnBrk="1" hangingPunct="1">
              <a:lnSpc>
                <a:spcPct val="90000"/>
              </a:lnSpc>
              <a:defRPr/>
            </a:pPr>
            <a:r>
              <a:rPr lang="en-US" sz="2800"/>
              <a:t>Click the tool palette dropdown arrow and click the Sketch tool</a:t>
            </a:r>
          </a:p>
          <a:p>
            <a:pPr eaLnBrk="1" hangingPunct="1">
              <a:lnSpc>
                <a:spcPct val="90000"/>
              </a:lnSpc>
              <a:defRPr/>
            </a:pPr>
            <a:r>
              <a:rPr lang="en-US" sz="2800"/>
              <a:t>Right-click the feature to which you want to snap your next vertex</a:t>
            </a:r>
          </a:p>
          <a:p>
            <a:pPr eaLnBrk="1" hangingPunct="1">
              <a:lnSpc>
                <a:spcPct val="90000"/>
              </a:lnSpc>
              <a:defRPr/>
            </a:pPr>
            <a:r>
              <a:rPr lang="en-US" sz="2800"/>
              <a:t>On the dropdown menu, choose Snap to Feature</a:t>
            </a:r>
          </a:p>
          <a:p>
            <a:pPr eaLnBrk="1" hangingPunct="1">
              <a:lnSpc>
                <a:spcPct val="90000"/>
              </a:lnSpc>
              <a:defRPr/>
            </a:pPr>
            <a:r>
              <a:rPr lang="en-US" sz="2800"/>
              <a:t>Click the part of the feature to which you want to snap the next vertex. The vertex will be placed at the nearest location that matches your selection.</a:t>
            </a:r>
          </a:p>
        </p:txBody>
      </p:sp>
      <p:pic>
        <p:nvPicPr>
          <p:cNvPr id="13316" name="Picture 4">
            <a:extLst>
              <a:ext uri="{FF2B5EF4-FFF2-40B4-BE49-F238E27FC236}">
                <a16:creationId xmlns:a16="http://schemas.microsoft.com/office/drawing/2014/main" id="{CBDA4316-7054-4AC4-84A2-DDE1C546AA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5486400"/>
            <a:ext cx="35052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06AE2FF-90F7-43AF-8F4A-10218770A255}"/>
              </a:ext>
            </a:extLst>
          </p:cNvPr>
          <p:cNvSpPr>
            <a:spLocks noGrp="1" noChangeArrowheads="1"/>
          </p:cNvSpPr>
          <p:nvPr>
            <p:ph type="title"/>
          </p:nvPr>
        </p:nvSpPr>
        <p:spPr/>
        <p:txBody>
          <a:bodyPr/>
          <a:lstStyle/>
          <a:p>
            <a:pPr eaLnBrk="1" hangingPunct="1">
              <a:defRPr/>
            </a:pPr>
            <a:r>
              <a:rPr lang="en-US">
                <a:latin typeface="Verdana" pitchFamily="34" charset="0"/>
              </a:rPr>
              <a:t>Snap to Sketch</a:t>
            </a:r>
          </a:p>
        </p:txBody>
      </p:sp>
      <p:sp>
        <p:nvSpPr>
          <p:cNvPr id="16387" name="Rectangle 3">
            <a:extLst>
              <a:ext uri="{FF2B5EF4-FFF2-40B4-BE49-F238E27FC236}">
                <a16:creationId xmlns:a16="http://schemas.microsoft.com/office/drawing/2014/main" id="{6AF9905D-F029-4F36-A46C-CD83DFD037DE}"/>
              </a:ext>
            </a:extLst>
          </p:cNvPr>
          <p:cNvSpPr>
            <a:spLocks noGrp="1" noChangeArrowheads="1"/>
          </p:cNvSpPr>
          <p:nvPr>
            <p:ph type="body" idx="1"/>
          </p:nvPr>
        </p:nvSpPr>
        <p:spPr>
          <a:xfrm>
            <a:off x="457200" y="1600200"/>
            <a:ext cx="4267200" cy="4530725"/>
          </a:xfrm>
        </p:spPr>
        <p:txBody>
          <a:bodyPr/>
          <a:lstStyle/>
          <a:p>
            <a:pPr eaLnBrk="1" hangingPunct="1">
              <a:lnSpc>
                <a:spcPct val="90000"/>
              </a:lnSpc>
              <a:defRPr/>
            </a:pPr>
            <a:r>
              <a:rPr lang="en-US" sz="2800"/>
              <a:t>Edit Sketch Vertices</a:t>
            </a:r>
          </a:p>
          <a:p>
            <a:pPr lvl="1" eaLnBrk="1" hangingPunct="1">
              <a:lnSpc>
                <a:spcPct val="90000"/>
              </a:lnSpc>
              <a:defRPr/>
            </a:pPr>
            <a:r>
              <a:rPr lang="en-US" sz="2400"/>
              <a:t>Allows snapping to newly added vertices</a:t>
            </a:r>
          </a:p>
          <a:p>
            <a:pPr eaLnBrk="1" hangingPunct="1">
              <a:lnSpc>
                <a:spcPct val="90000"/>
              </a:lnSpc>
              <a:defRPr/>
            </a:pPr>
            <a:r>
              <a:rPr lang="en-US" sz="2800"/>
              <a:t>Edit Sketch Edges</a:t>
            </a:r>
          </a:p>
          <a:p>
            <a:pPr lvl="1" eaLnBrk="1" hangingPunct="1">
              <a:lnSpc>
                <a:spcPct val="90000"/>
              </a:lnSpc>
              <a:defRPr/>
            </a:pPr>
            <a:r>
              <a:rPr lang="en-US" sz="2400"/>
              <a:t>Lets you snap to the edge of new sketch</a:t>
            </a:r>
          </a:p>
          <a:p>
            <a:pPr eaLnBrk="1" hangingPunct="1">
              <a:lnSpc>
                <a:spcPct val="90000"/>
              </a:lnSpc>
              <a:defRPr/>
            </a:pPr>
            <a:r>
              <a:rPr lang="en-US" sz="2800"/>
              <a:t>Perpendicular to Sketch</a:t>
            </a:r>
          </a:p>
          <a:p>
            <a:pPr lvl="1" eaLnBrk="1" hangingPunct="1">
              <a:lnSpc>
                <a:spcPct val="90000"/>
              </a:lnSpc>
              <a:defRPr/>
            </a:pPr>
            <a:r>
              <a:rPr lang="en-US" sz="2400"/>
              <a:t>Angular constraints are applied to 90° from last sketch</a:t>
            </a:r>
          </a:p>
        </p:txBody>
      </p:sp>
      <p:pic>
        <p:nvPicPr>
          <p:cNvPr id="14340" name="Picture 4">
            <a:extLst>
              <a:ext uri="{FF2B5EF4-FFF2-40B4-BE49-F238E27FC236}">
                <a16:creationId xmlns:a16="http://schemas.microsoft.com/office/drawing/2014/main" id="{54CE3AD6-63C3-4BB1-9B02-DC005C7DD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018" b="377"/>
          <a:stretch>
            <a:fillRect/>
          </a:stretch>
        </p:blipFill>
        <p:spPr bwMode="auto">
          <a:xfrm>
            <a:off x="4724400" y="1752600"/>
            <a:ext cx="4191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Oval 6">
            <a:extLst>
              <a:ext uri="{FF2B5EF4-FFF2-40B4-BE49-F238E27FC236}">
                <a16:creationId xmlns:a16="http://schemas.microsoft.com/office/drawing/2014/main" id="{8D3EF3D3-BB2E-4880-ADD0-5AB2F9AF3439}"/>
              </a:ext>
            </a:extLst>
          </p:cNvPr>
          <p:cNvSpPr>
            <a:spLocks noChangeArrowheads="1"/>
          </p:cNvSpPr>
          <p:nvPr/>
        </p:nvSpPr>
        <p:spPr bwMode="auto">
          <a:xfrm>
            <a:off x="4495800" y="3048000"/>
            <a:ext cx="2438400" cy="1371600"/>
          </a:xfrm>
          <a:prstGeom prst="ellipse">
            <a:avLst/>
          </a:prstGeom>
          <a:noFill/>
          <a:ln w="254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2648062-D96F-420F-AD51-CCF1ABAADCA4}"/>
              </a:ext>
            </a:extLst>
          </p:cNvPr>
          <p:cNvSpPr>
            <a:spLocks noGrp="1" noChangeArrowheads="1"/>
          </p:cNvSpPr>
          <p:nvPr>
            <p:ph type="title"/>
          </p:nvPr>
        </p:nvSpPr>
        <p:spPr/>
        <p:txBody>
          <a:bodyPr/>
          <a:lstStyle/>
          <a:p>
            <a:pPr eaLnBrk="1" hangingPunct="1">
              <a:defRPr/>
            </a:pPr>
            <a:r>
              <a:rPr lang="en-US">
                <a:latin typeface="Verdana" pitchFamily="34" charset="0"/>
              </a:rPr>
              <a:t>Sticky Tolerance</a:t>
            </a:r>
          </a:p>
        </p:txBody>
      </p:sp>
      <p:sp>
        <p:nvSpPr>
          <p:cNvPr id="17411" name="Rectangle 3">
            <a:extLst>
              <a:ext uri="{FF2B5EF4-FFF2-40B4-BE49-F238E27FC236}">
                <a16:creationId xmlns:a16="http://schemas.microsoft.com/office/drawing/2014/main" id="{5E0C4B19-05FF-414E-B1E0-3839EDA651D2}"/>
              </a:ext>
            </a:extLst>
          </p:cNvPr>
          <p:cNvSpPr>
            <a:spLocks noGrp="1" noChangeArrowheads="1"/>
          </p:cNvSpPr>
          <p:nvPr>
            <p:ph type="body" idx="1"/>
          </p:nvPr>
        </p:nvSpPr>
        <p:spPr/>
        <p:txBody>
          <a:bodyPr/>
          <a:lstStyle/>
          <a:p>
            <a:pPr eaLnBrk="1" hangingPunct="1">
              <a:defRPr/>
            </a:pPr>
            <a:r>
              <a:rPr lang="en-US" sz="2800"/>
              <a:t>Allows you to set a minimum number of pixels your pointer must move on the screen before a selected feature is moved</a:t>
            </a:r>
          </a:p>
          <a:p>
            <a:pPr eaLnBrk="1" hangingPunct="1">
              <a:buFont typeface="Wingdings" panose="05000000000000000000" pitchFamily="2" charset="2"/>
              <a:buNone/>
              <a:defRPr/>
            </a:pPr>
            <a:endParaRPr lang="en-US" sz="2800"/>
          </a:p>
          <a:p>
            <a:pPr eaLnBrk="1" hangingPunct="1">
              <a:defRPr/>
            </a:pPr>
            <a:r>
              <a:rPr lang="en-US" sz="2800"/>
              <a:t>Useful way to prevent features from being accidentally moved small distances when they are clicked with the Edit tool</a:t>
            </a:r>
          </a:p>
          <a:p>
            <a:pPr eaLnBrk="1" hangingPunct="1">
              <a:buFont typeface="Wingdings" panose="05000000000000000000" pitchFamily="2" charset="2"/>
              <a:buNone/>
              <a:defRPr/>
            </a:pPr>
            <a:endParaRPr lang="en-US" sz="2800"/>
          </a:p>
          <a:p>
            <a:pPr eaLnBrk="1" hangingPunct="1">
              <a:defRPr/>
            </a:pPr>
            <a:r>
              <a:rPr lang="en-US" sz="2800"/>
              <a:t>Set on the General tab of the Editing Options dialog box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77D3C3B-6659-4DB8-9EED-E3837CEF646B}"/>
              </a:ext>
            </a:extLst>
          </p:cNvPr>
          <p:cNvSpPr>
            <a:spLocks noGrp="1" noChangeArrowheads="1"/>
          </p:cNvSpPr>
          <p:nvPr>
            <p:ph type="title"/>
          </p:nvPr>
        </p:nvSpPr>
        <p:spPr/>
        <p:txBody>
          <a:bodyPr/>
          <a:lstStyle/>
          <a:p>
            <a:pPr eaLnBrk="1" hangingPunct="1">
              <a:defRPr/>
            </a:pPr>
            <a:r>
              <a:rPr lang="en-US">
                <a:latin typeface="Verdana" pitchFamily="34" charset="0"/>
              </a:rPr>
              <a:t>Editing</a:t>
            </a:r>
          </a:p>
        </p:txBody>
      </p:sp>
      <p:sp>
        <p:nvSpPr>
          <p:cNvPr id="23555" name="Rectangle 3">
            <a:extLst>
              <a:ext uri="{FF2B5EF4-FFF2-40B4-BE49-F238E27FC236}">
                <a16:creationId xmlns:a16="http://schemas.microsoft.com/office/drawing/2014/main" id="{ED9A43B2-34A7-4B4F-B1FA-238187DEF44C}"/>
              </a:ext>
            </a:extLst>
          </p:cNvPr>
          <p:cNvSpPr>
            <a:spLocks noGrp="1" noChangeArrowheads="1"/>
          </p:cNvSpPr>
          <p:nvPr>
            <p:ph type="body" idx="1"/>
          </p:nvPr>
        </p:nvSpPr>
        <p:spPr/>
        <p:txBody>
          <a:bodyPr/>
          <a:lstStyle/>
          <a:p>
            <a:pPr algn="ctr" eaLnBrk="1" hangingPunct="1">
              <a:buFont typeface="Symbol" pitchFamily="18" charset="2"/>
              <a:buNone/>
              <a:defRPr/>
            </a:pPr>
            <a:r>
              <a:rPr lang="en-US"/>
              <a:t>Remember </a:t>
            </a:r>
            <a:r>
              <a:rPr lang="en-US">
                <a:solidFill>
                  <a:srgbClr val="FF3300"/>
                </a:solidFill>
              </a:rPr>
              <a:t>“3 T’s of editing”:</a:t>
            </a:r>
            <a:r>
              <a:rPr lang="en-US"/>
              <a:t> </a:t>
            </a:r>
          </a:p>
          <a:p>
            <a:pPr algn="ctr" eaLnBrk="1" hangingPunct="1">
              <a:buFont typeface="Symbol" pitchFamily="18" charset="2"/>
              <a:buNone/>
              <a:defRPr/>
            </a:pPr>
            <a:r>
              <a:rPr lang="en-US"/>
              <a:t>On Editing toolbar check  </a:t>
            </a:r>
          </a:p>
          <a:p>
            <a:pPr algn="ctr" eaLnBrk="1" hangingPunct="1">
              <a:buFont typeface="Symbol" pitchFamily="18" charset="2"/>
              <a:buNone/>
              <a:defRPr/>
            </a:pPr>
            <a:r>
              <a:rPr lang="en-US" b="1">
                <a:solidFill>
                  <a:srgbClr val="FF3300"/>
                </a:solidFill>
              </a:rPr>
              <a:t>Target Layer</a:t>
            </a:r>
          </a:p>
          <a:p>
            <a:pPr algn="ctr" eaLnBrk="1" hangingPunct="1">
              <a:buFont typeface="Symbol" pitchFamily="18" charset="2"/>
              <a:buNone/>
              <a:defRPr/>
            </a:pPr>
            <a:r>
              <a:rPr lang="en-US" b="1">
                <a:solidFill>
                  <a:srgbClr val="FF3300"/>
                </a:solidFill>
              </a:rPr>
              <a:t>Edit Task </a:t>
            </a:r>
          </a:p>
          <a:p>
            <a:pPr algn="ctr" eaLnBrk="1" hangingPunct="1">
              <a:buFont typeface="Symbol" pitchFamily="18" charset="2"/>
              <a:buNone/>
              <a:defRPr/>
            </a:pPr>
            <a:r>
              <a:rPr lang="en-US" b="1">
                <a:solidFill>
                  <a:srgbClr val="FF3300"/>
                </a:solidFill>
              </a:rPr>
              <a:t>Edit Tool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9">
            <a:extLst>
              <a:ext uri="{FF2B5EF4-FFF2-40B4-BE49-F238E27FC236}">
                <a16:creationId xmlns:a16="http://schemas.microsoft.com/office/drawing/2014/main" id="{A019EBF9-43FE-48E6-8213-33EFCBC75A79}"/>
              </a:ext>
            </a:extLst>
          </p:cNvPr>
          <p:cNvSpPr>
            <a:spLocks noChangeArrowheads="1"/>
          </p:cNvSpPr>
          <p:nvPr/>
        </p:nvSpPr>
        <p:spPr bwMode="auto">
          <a:xfrm>
            <a:off x="228600" y="1143000"/>
            <a:ext cx="8686800" cy="5486400"/>
          </a:xfrm>
          <a:prstGeom prst="rect">
            <a:avLst/>
          </a:prstGeom>
          <a:solidFill>
            <a:schemeClr val="tx1"/>
          </a:solidFill>
          <a:ln w="31750">
            <a:solidFill>
              <a:srgbClr val="DB030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9458" name="Rectangle 2">
            <a:extLst>
              <a:ext uri="{FF2B5EF4-FFF2-40B4-BE49-F238E27FC236}">
                <a16:creationId xmlns:a16="http://schemas.microsoft.com/office/drawing/2014/main" id="{6F8B5EB2-10AC-4E9B-BD64-95A07102A52E}"/>
              </a:ext>
            </a:extLst>
          </p:cNvPr>
          <p:cNvSpPr>
            <a:spLocks noGrp="1" noChangeArrowheads="1"/>
          </p:cNvSpPr>
          <p:nvPr>
            <p:ph type="title"/>
          </p:nvPr>
        </p:nvSpPr>
        <p:spPr/>
        <p:txBody>
          <a:bodyPr/>
          <a:lstStyle/>
          <a:p>
            <a:pPr eaLnBrk="1" hangingPunct="1">
              <a:defRPr/>
            </a:pPr>
            <a:r>
              <a:rPr lang="en-US">
                <a:latin typeface="Verdana" pitchFamily="34" charset="0"/>
              </a:rPr>
              <a:t>Edit Tools</a:t>
            </a:r>
          </a:p>
        </p:txBody>
      </p:sp>
      <p:grpSp>
        <p:nvGrpSpPr>
          <p:cNvPr id="17412" name="Group 5">
            <a:extLst>
              <a:ext uri="{FF2B5EF4-FFF2-40B4-BE49-F238E27FC236}">
                <a16:creationId xmlns:a16="http://schemas.microsoft.com/office/drawing/2014/main" id="{8A199CED-00A4-4D07-81D1-3478E638591C}"/>
              </a:ext>
            </a:extLst>
          </p:cNvPr>
          <p:cNvGrpSpPr>
            <a:grpSpLocks/>
          </p:cNvGrpSpPr>
          <p:nvPr/>
        </p:nvGrpSpPr>
        <p:grpSpPr bwMode="auto">
          <a:xfrm>
            <a:off x="1295400" y="2590800"/>
            <a:ext cx="6259513" cy="3775075"/>
            <a:chOff x="808" y="1389"/>
            <a:chExt cx="4403" cy="2724"/>
          </a:xfrm>
        </p:grpSpPr>
        <p:pic>
          <p:nvPicPr>
            <p:cNvPr id="17432" name="Picture 6">
              <a:extLst>
                <a:ext uri="{FF2B5EF4-FFF2-40B4-BE49-F238E27FC236}">
                  <a16:creationId xmlns:a16="http://schemas.microsoft.com/office/drawing/2014/main" id="{C668DC04-7595-4BC7-8AC8-1E0E0B1465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 y="1389"/>
              <a:ext cx="4403" cy="2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3" name="Picture 7">
              <a:extLst>
                <a:ext uri="{FF2B5EF4-FFF2-40B4-BE49-F238E27FC236}">
                  <a16:creationId xmlns:a16="http://schemas.microsoft.com/office/drawing/2014/main" id="{9E2123C3-7E66-4F51-84CB-5504678EF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 y="1668"/>
              <a:ext cx="504"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4" name="Picture 8">
              <a:extLst>
                <a:ext uri="{FF2B5EF4-FFF2-40B4-BE49-F238E27FC236}">
                  <a16:creationId xmlns:a16="http://schemas.microsoft.com/office/drawing/2014/main" id="{CD6E4F19-948E-4206-88CA-6CF65267E6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9" y="1670"/>
              <a:ext cx="1116" cy="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5" name="Picture 9">
              <a:extLst>
                <a:ext uri="{FF2B5EF4-FFF2-40B4-BE49-F238E27FC236}">
                  <a16:creationId xmlns:a16="http://schemas.microsoft.com/office/drawing/2014/main" id="{8556886C-5FAB-420A-BF59-906D8A917D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5" y="1666"/>
              <a:ext cx="1086" cy="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413" name="Text Box 10">
            <a:extLst>
              <a:ext uri="{FF2B5EF4-FFF2-40B4-BE49-F238E27FC236}">
                <a16:creationId xmlns:a16="http://schemas.microsoft.com/office/drawing/2014/main" id="{94FBA4A2-098E-4C91-B124-F3C14AE479AF}"/>
              </a:ext>
            </a:extLst>
          </p:cNvPr>
          <p:cNvSpPr txBox="1">
            <a:spLocks noChangeArrowheads="1"/>
          </p:cNvSpPr>
          <p:nvPr/>
        </p:nvSpPr>
        <p:spPr bwMode="auto">
          <a:xfrm>
            <a:off x="863600" y="1127125"/>
            <a:ext cx="20780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u="sng">
                <a:solidFill>
                  <a:srgbClr val="000000"/>
                </a:solidFill>
                <a:latin typeface="Times New Roman" panose="02020603050405020304" pitchFamily="18" charset="0"/>
              </a:rPr>
              <a:t>The Editor Toolbar</a:t>
            </a:r>
          </a:p>
        </p:txBody>
      </p:sp>
      <p:sp>
        <p:nvSpPr>
          <p:cNvPr id="17414" name="Text Box 11">
            <a:extLst>
              <a:ext uri="{FF2B5EF4-FFF2-40B4-BE49-F238E27FC236}">
                <a16:creationId xmlns:a16="http://schemas.microsoft.com/office/drawing/2014/main" id="{5F777C2D-23CC-49D0-B99C-6595D60E5816}"/>
              </a:ext>
            </a:extLst>
          </p:cNvPr>
          <p:cNvSpPr txBox="1">
            <a:spLocks noChangeArrowheads="1"/>
          </p:cNvSpPr>
          <p:nvPr/>
        </p:nvSpPr>
        <p:spPr bwMode="auto">
          <a:xfrm>
            <a:off x="320675" y="3201988"/>
            <a:ext cx="109855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1100">
                <a:solidFill>
                  <a:srgbClr val="000099"/>
                </a:solidFill>
                <a:latin typeface="Times New Roman" panose="02020603050405020304" pitchFamily="18" charset="0"/>
              </a:rPr>
              <a:t>Edit session commands</a:t>
            </a:r>
          </a:p>
        </p:txBody>
      </p:sp>
      <p:sp>
        <p:nvSpPr>
          <p:cNvPr id="17415" name="Text Box 12">
            <a:extLst>
              <a:ext uri="{FF2B5EF4-FFF2-40B4-BE49-F238E27FC236}">
                <a16:creationId xmlns:a16="http://schemas.microsoft.com/office/drawing/2014/main" id="{02245F26-67E5-4F8E-8482-660BC42566CF}"/>
              </a:ext>
            </a:extLst>
          </p:cNvPr>
          <p:cNvSpPr txBox="1">
            <a:spLocks noChangeArrowheads="1"/>
          </p:cNvSpPr>
          <p:nvPr/>
        </p:nvSpPr>
        <p:spPr bwMode="auto">
          <a:xfrm>
            <a:off x="1184275" y="1520825"/>
            <a:ext cx="871538"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1100">
                <a:solidFill>
                  <a:srgbClr val="000099"/>
                </a:solidFill>
                <a:latin typeface="Times New Roman" panose="02020603050405020304" pitchFamily="18" charset="0"/>
              </a:rPr>
              <a:t>Edit tool: lets you select and modify features</a:t>
            </a:r>
          </a:p>
        </p:txBody>
      </p:sp>
      <p:sp>
        <p:nvSpPr>
          <p:cNvPr id="17416" name="Text Box 13">
            <a:extLst>
              <a:ext uri="{FF2B5EF4-FFF2-40B4-BE49-F238E27FC236}">
                <a16:creationId xmlns:a16="http://schemas.microsoft.com/office/drawing/2014/main" id="{9D035FEA-9C6D-48B8-9D95-9CBBC100925D}"/>
              </a:ext>
            </a:extLst>
          </p:cNvPr>
          <p:cNvSpPr txBox="1">
            <a:spLocks noChangeArrowheads="1"/>
          </p:cNvSpPr>
          <p:nvPr/>
        </p:nvSpPr>
        <p:spPr bwMode="auto">
          <a:xfrm>
            <a:off x="2074863" y="1522413"/>
            <a:ext cx="109855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1100">
                <a:solidFill>
                  <a:srgbClr val="000099"/>
                </a:solidFill>
                <a:latin typeface="Times New Roman" panose="02020603050405020304" pitchFamily="18" charset="0"/>
              </a:rPr>
              <a:t>Tool palette: use these tools to create a sketch</a:t>
            </a:r>
          </a:p>
        </p:txBody>
      </p:sp>
      <p:sp>
        <p:nvSpPr>
          <p:cNvPr id="17417" name="Rectangle 14">
            <a:extLst>
              <a:ext uri="{FF2B5EF4-FFF2-40B4-BE49-F238E27FC236}">
                <a16:creationId xmlns:a16="http://schemas.microsoft.com/office/drawing/2014/main" id="{621EB870-DD7E-4B9A-A445-1648BCBFB84B}"/>
              </a:ext>
            </a:extLst>
          </p:cNvPr>
          <p:cNvSpPr>
            <a:spLocks noChangeArrowheads="1"/>
          </p:cNvSpPr>
          <p:nvPr/>
        </p:nvSpPr>
        <p:spPr bwMode="auto">
          <a:xfrm>
            <a:off x="3097213" y="1528763"/>
            <a:ext cx="1703387"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100">
                <a:solidFill>
                  <a:srgbClr val="000099"/>
                </a:solidFill>
                <a:latin typeface="Times New Roman" panose="02020603050405020304" pitchFamily="18" charset="0"/>
              </a:rPr>
              <a:t>Current Task dropdown list: these tasks work with a sketch drawn using the sketch construction tools on the palette</a:t>
            </a:r>
          </a:p>
        </p:txBody>
      </p:sp>
      <p:sp>
        <p:nvSpPr>
          <p:cNvPr id="17418" name="Rectangle 15">
            <a:extLst>
              <a:ext uri="{FF2B5EF4-FFF2-40B4-BE49-F238E27FC236}">
                <a16:creationId xmlns:a16="http://schemas.microsoft.com/office/drawing/2014/main" id="{716A716C-4CBA-4CE8-9455-04A62B2D328C}"/>
              </a:ext>
            </a:extLst>
          </p:cNvPr>
          <p:cNvSpPr>
            <a:spLocks noChangeArrowheads="1"/>
          </p:cNvSpPr>
          <p:nvPr/>
        </p:nvSpPr>
        <p:spPr bwMode="auto">
          <a:xfrm>
            <a:off x="4667250" y="1520825"/>
            <a:ext cx="1306513"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100">
                <a:solidFill>
                  <a:srgbClr val="000099"/>
                </a:solidFill>
                <a:latin typeface="Times New Roman" panose="02020603050405020304" pitchFamily="18" charset="0"/>
              </a:rPr>
              <a:t>Target layer dropdown list: Sets the layer to which new features will belong</a:t>
            </a:r>
          </a:p>
        </p:txBody>
      </p:sp>
      <p:sp>
        <p:nvSpPr>
          <p:cNvPr id="17419" name="Rectangle 16">
            <a:extLst>
              <a:ext uri="{FF2B5EF4-FFF2-40B4-BE49-F238E27FC236}">
                <a16:creationId xmlns:a16="http://schemas.microsoft.com/office/drawing/2014/main" id="{930C9769-AD1A-47A5-8BDF-2DE18AA26E04}"/>
              </a:ext>
            </a:extLst>
          </p:cNvPr>
          <p:cNvSpPr>
            <a:spLocks noChangeArrowheads="1"/>
          </p:cNvSpPr>
          <p:nvPr/>
        </p:nvSpPr>
        <p:spPr bwMode="auto">
          <a:xfrm>
            <a:off x="5892800" y="1530350"/>
            <a:ext cx="1300163"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100">
                <a:solidFill>
                  <a:srgbClr val="000099"/>
                </a:solidFill>
                <a:latin typeface="Times New Roman" panose="02020603050405020304" pitchFamily="18" charset="0"/>
              </a:rPr>
              <a:t>Split tool: lets you split a line segment at a specific location</a:t>
            </a:r>
          </a:p>
        </p:txBody>
      </p:sp>
      <p:sp>
        <p:nvSpPr>
          <p:cNvPr id="17420" name="Rectangle 17">
            <a:extLst>
              <a:ext uri="{FF2B5EF4-FFF2-40B4-BE49-F238E27FC236}">
                <a16:creationId xmlns:a16="http://schemas.microsoft.com/office/drawing/2014/main" id="{04E182E6-84AD-4251-92E5-C3E0009EBE23}"/>
              </a:ext>
            </a:extLst>
          </p:cNvPr>
          <p:cNvSpPr>
            <a:spLocks noChangeArrowheads="1"/>
          </p:cNvSpPr>
          <p:nvPr/>
        </p:nvSpPr>
        <p:spPr bwMode="auto">
          <a:xfrm>
            <a:off x="7280275" y="1520825"/>
            <a:ext cx="1279525"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100">
                <a:solidFill>
                  <a:srgbClr val="000099"/>
                </a:solidFill>
                <a:latin typeface="Times New Roman" panose="02020603050405020304" pitchFamily="18" charset="0"/>
              </a:rPr>
              <a:t>Attributes button:  Opens the attributes dialog box, show/edit attributes for selected feature</a:t>
            </a:r>
          </a:p>
        </p:txBody>
      </p:sp>
      <p:sp>
        <p:nvSpPr>
          <p:cNvPr id="17421" name="Rectangle 18">
            <a:extLst>
              <a:ext uri="{FF2B5EF4-FFF2-40B4-BE49-F238E27FC236}">
                <a16:creationId xmlns:a16="http://schemas.microsoft.com/office/drawing/2014/main" id="{D9BB1DD1-956E-4591-BD29-F3C6753F7181}"/>
              </a:ext>
            </a:extLst>
          </p:cNvPr>
          <p:cNvSpPr>
            <a:spLocks noChangeArrowheads="1"/>
          </p:cNvSpPr>
          <p:nvPr/>
        </p:nvSpPr>
        <p:spPr bwMode="auto">
          <a:xfrm>
            <a:off x="6499225" y="3311525"/>
            <a:ext cx="998538"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100">
                <a:solidFill>
                  <a:srgbClr val="000099"/>
                </a:solidFill>
                <a:latin typeface="Times New Roman" panose="02020603050405020304" pitchFamily="18" charset="0"/>
              </a:rPr>
              <a:t>Rotate tool: rotate a segment or sketch to a desired orientation</a:t>
            </a:r>
          </a:p>
        </p:txBody>
      </p:sp>
      <p:sp>
        <p:nvSpPr>
          <p:cNvPr id="17422" name="Rectangle 19">
            <a:extLst>
              <a:ext uri="{FF2B5EF4-FFF2-40B4-BE49-F238E27FC236}">
                <a16:creationId xmlns:a16="http://schemas.microsoft.com/office/drawing/2014/main" id="{05575EF8-2C95-449D-820E-0AD1A3F66FB3}"/>
              </a:ext>
            </a:extLst>
          </p:cNvPr>
          <p:cNvSpPr>
            <a:spLocks noChangeArrowheads="1"/>
          </p:cNvSpPr>
          <p:nvPr/>
        </p:nvSpPr>
        <p:spPr bwMode="auto">
          <a:xfrm>
            <a:off x="7367588" y="3306763"/>
            <a:ext cx="1138237"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100">
                <a:solidFill>
                  <a:srgbClr val="000099"/>
                </a:solidFill>
                <a:latin typeface="Times New Roman" panose="02020603050405020304" pitchFamily="18" charset="0"/>
              </a:rPr>
              <a:t>Sketch properties: Lets you specify the x, y (and m or z) locations of the vertices in a sketch</a:t>
            </a:r>
          </a:p>
        </p:txBody>
      </p:sp>
      <p:sp>
        <p:nvSpPr>
          <p:cNvPr id="17423" name="Line 20">
            <a:extLst>
              <a:ext uri="{FF2B5EF4-FFF2-40B4-BE49-F238E27FC236}">
                <a16:creationId xmlns:a16="http://schemas.microsoft.com/office/drawing/2014/main" id="{0FB2E121-7D03-4CD8-BB58-4CD5F2126287}"/>
              </a:ext>
            </a:extLst>
          </p:cNvPr>
          <p:cNvSpPr>
            <a:spLocks noChangeShapeType="1"/>
          </p:cNvSpPr>
          <p:nvPr/>
        </p:nvSpPr>
        <p:spPr bwMode="auto">
          <a:xfrm>
            <a:off x="1038225" y="3475038"/>
            <a:ext cx="328613" cy="0"/>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4" name="Line 21">
            <a:extLst>
              <a:ext uri="{FF2B5EF4-FFF2-40B4-BE49-F238E27FC236}">
                <a16:creationId xmlns:a16="http://schemas.microsoft.com/office/drawing/2014/main" id="{CC4580B9-E84B-409D-A6BF-7F7AA9A932AD}"/>
              </a:ext>
            </a:extLst>
          </p:cNvPr>
          <p:cNvSpPr>
            <a:spLocks noChangeShapeType="1"/>
          </p:cNvSpPr>
          <p:nvPr/>
        </p:nvSpPr>
        <p:spPr bwMode="auto">
          <a:xfrm>
            <a:off x="1763713" y="2090738"/>
            <a:ext cx="246062" cy="650875"/>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5" name="Line 22">
            <a:extLst>
              <a:ext uri="{FF2B5EF4-FFF2-40B4-BE49-F238E27FC236}">
                <a16:creationId xmlns:a16="http://schemas.microsoft.com/office/drawing/2014/main" id="{4A1D0896-F278-4D86-A6B4-9F9AF20F5A65}"/>
              </a:ext>
            </a:extLst>
          </p:cNvPr>
          <p:cNvSpPr>
            <a:spLocks noChangeShapeType="1"/>
          </p:cNvSpPr>
          <p:nvPr/>
        </p:nvSpPr>
        <p:spPr bwMode="auto">
          <a:xfrm flipH="1">
            <a:off x="2441575" y="2112963"/>
            <a:ext cx="258763" cy="684212"/>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6" name="Line 23">
            <a:extLst>
              <a:ext uri="{FF2B5EF4-FFF2-40B4-BE49-F238E27FC236}">
                <a16:creationId xmlns:a16="http://schemas.microsoft.com/office/drawing/2014/main" id="{9DA464E6-E45C-4508-A2E2-9DABD887410C}"/>
              </a:ext>
            </a:extLst>
          </p:cNvPr>
          <p:cNvSpPr>
            <a:spLocks noChangeShapeType="1"/>
          </p:cNvSpPr>
          <p:nvPr/>
        </p:nvSpPr>
        <p:spPr bwMode="auto">
          <a:xfrm flipH="1">
            <a:off x="3883025" y="2252663"/>
            <a:ext cx="258763" cy="522287"/>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7" name="Line 24">
            <a:extLst>
              <a:ext uri="{FF2B5EF4-FFF2-40B4-BE49-F238E27FC236}">
                <a16:creationId xmlns:a16="http://schemas.microsoft.com/office/drawing/2014/main" id="{916AC9BF-8C1B-4292-83A6-BEF821FAEBF0}"/>
              </a:ext>
            </a:extLst>
          </p:cNvPr>
          <p:cNvSpPr>
            <a:spLocks noChangeShapeType="1"/>
          </p:cNvSpPr>
          <p:nvPr/>
        </p:nvSpPr>
        <p:spPr bwMode="auto">
          <a:xfrm>
            <a:off x="5348288" y="2263775"/>
            <a:ext cx="84137" cy="619125"/>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8" name="Line 25">
            <a:extLst>
              <a:ext uri="{FF2B5EF4-FFF2-40B4-BE49-F238E27FC236}">
                <a16:creationId xmlns:a16="http://schemas.microsoft.com/office/drawing/2014/main" id="{A9F4DC06-DB3B-41EF-B6F6-27F97DD9D8F3}"/>
              </a:ext>
            </a:extLst>
          </p:cNvPr>
          <p:cNvSpPr>
            <a:spLocks noChangeShapeType="1"/>
          </p:cNvSpPr>
          <p:nvPr/>
        </p:nvSpPr>
        <p:spPr bwMode="auto">
          <a:xfrm>
            <a:off x="6521450" y="2124075"/>
            <a:ext cx="95250" cy="704850"/>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9" name="Line 26">
            <a:extLst>
              <a:ext uri="{FF2B5EF4-FFF2-40B4-BE49-F238E27FC236}">
                <a16:creationId xmlns:a16="http://schemas.microsoft.com/office/drawing/2014/main" id="{BBBD6840-0F2B-429C-A0F6-780F6E22CF46}"/>
              </a:ext>
            </a:extLst>
          </p:cNvPr>
          <p:cNvSpPr>
            <a:spLocks noChangeShapeType="1"/>
          </p:cNvSpPr>
          <p:nvPr/>
        </p:nvSpPr>
        <p:spPr bwMode="auto">
          <a:xfrm flipH="1">
            <a:off x="7112000" y="2265363"/>
            <a:ext cx="204788" cy="479425"/>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30" name="Line 27">
            <a:extLst>
              <a:ext uri="{FF2B5EF4-FFF2-40B4-BE49-F238E27FC236}">
                <a16:creationId xmlns:a16="http://schemas.microsoft.com/office/drawing/2014/main" id="{5446AAAA-4808-4374-869F-6956F4828894}"/>
              </a:ext>
            </a:extLst>
          </p:cNvPr>
          <p:cNvSpPr>
            <a:spLocks noChangeShapeType="1"/>
          </p:cNvSpPr>
          <p:nvPr/>
        </p:nvSpPr>
        <p:spPr bwMode="auto">
          <a:xfrm>
            <a:off x="6856413" y="2973388"/>
            <a:ext cx="9525" cy="360362"/>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31" name="Line 28">
            <a:extLst>
              <a:ext uri="{FF2B5EF4-FFF2-40B4-BE49-F238E27FC236}">
                <a16:creationId xmlns:a16="http://schemas.microsoft.com/office/drawing/2014/main" id="{9979E692-871A-4863-B534-A4FA2CFD5F02}"/>
              </a:ext>
            </a:extLst>
          </p:cNvPr>
          <p:cNvSpPr>
            <a:spLocks noChangeShapeType="1"/>
          </p:cNvSpPr>
          <p:nvPr/>
        </p:nvSpPr>
        <p:spPr bwMode="auto">
          <a:xfrm>
            <a:off x="7391400" y="2984500"/>
            <a:ext cx="61913" cy="306388"/>
          </a:xfrm>
          <a:prstGeom prst="line">
            <a:avLst/>
          </a:prstGeom>
          <a:noFill/>
          <a:ln w="190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4D16367-3B59-4183-824F-A5009D6E1235}"/>
              </a:ext>
            </a:extLst>
          </p:cNvPr>
          <p:cNvSpPr>
            <a:spLocks noGrp="1" noChangeArrowheads="1"/>
          </p:cNvSpPr>
          <p:nvPr>
            <p:ph type="title"/>
          </p:nvPr>
        </p:nvSpPr>
        <p:spPr/>
        <p:txBody>
          <a:bodyPr/>
          <a:lstStyle/>
          <a:p>
            <a:pPr eaLnBrk="1" hangingPunct="1">
              <a:defRPr/>
            </a:pPr>
            <a:r>
              <a:rPr lang="en-US">
                <a:latin typeface="Verdana" pitchFamily="34" charset="0"/>
              </a:rPr>
              <a:t>The Sketch Tool</a:t>
            </a:r>
          </a:p>
        </p:txBody>
      </p:sp>
      <p:pic>
        <p:nvPicPr>
          <p:cNvPr id="18435" name="Picture 4">
            <a:extLst>
              <a:ext uri="{FF2B5EF4-FFF2-40B4-BE49-F238E27FC236}">
                <a16:creationId xmlns:a16="http://schemas.microsoft.com/office/drawing/2014/main" id="{134231BC-E51E-44DE-B5A7-7453B352B2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043238"/>
            <a:ext cx="6400800" cy="305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3" name="Rectangle 5">
            <a:extLst>
              <a:ext uri="{FF2B5EF4-FFF2-40B4-BE49-F238E27FC236}">
                <a16:creationId xmlns:a16="http://schemas.microsoft.com/office/drawing/2014/main" id="{0A2CCE15-BA1C-4238-B145-5FDBF67DB5AC}"/>
              </a:ext>
            </a:extLst>
          </p:cNvPr>
          <p:cNvSpPr>
            <a:spLocks noGrp="1" noChangeArrowheads="1"/>
          </p:cNvSpPr>
          <p:nvPr>
            <p:ph type="body" idx="1"/>
          </p:nvPr>
        </p:nvSpPr>
        <p:spPr>
          <a:xfrm>
            <a:off x="533400" y="1371600"/>
            <a:ext cx="7772400" cy="1524000"/>
          </a:xfrm>
        </p:spPr>
        <p:txBody>
          <a:bodyPr/>
          <a:lstStyle/>
          <a:p>
            <a:pPr eaLnBrk="1" hangingPunct="1">
              <a:defRPr/>
            </a:pPr>
            <a:r>
              <a:rPr lang="en-US" sz="2800"/>
              <a:t>Many different options depending on what you want to do.  The pencil is the most common.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8A90E786-12CF-4FF3-80D1-928B43C51A29}"/>
              </a:ext>
            </a:extLst>
          </p:cNvPr>
          <p:cNvSpPr>
            <a:spLocks noGrp="1" noChangeArrowheads="1"/>
          </p:cNvSpPr>
          <p:nvPr>
            <p:ph type="title"/>
          </p:nvPr>
        </p:nvSpPr>
        <p:spPr/>
        <p:txBody>
          <a:bodyPr/>
          <a:lstStyle/>
          <a:p>
            <a:pPr eaLnBrk="1" hangingPunct="1">
              <a:defRPr/>
            </a:pPr>
            <a:r>
              <a:rPr lang="en-US">
                <a:latin typeface="Verdana" pitchFamily="34" charset="0"/>
              </a:rPr>
              <a:t>Sketch Tool</a:t>
            </a:r>
          </a:p>
        </p:txBody>
      </p:sp>
      <p:sp>
        <p:nvSpPr>
          <p:cNvPr id="111619" name="Rectangle 3">
            <a:extLst>
              <a:ext uri="{FF2B5EF4-FFF2-40B4-BE49-F238E27FC236}">
                <a16:creationId xmlns:a16="http://schemas.microsoft.com/office/drawing/2014/main" id="{F49A6176-F72E-4A6F-9A6D-6802D5DC5FE9}"/>
              </a:ext>
            </a:extLst>
          </p:cNvPr>
          <p:cNvSpPr>
            <a:spLocks noGrp="1" noChangeArrowheads="1"/>
          </p:cNvSpPr>
          <p:nvPr>
            <p:ph type="body" idx="1"/>
          </p:nvPr>
        </p:nvSpPr>
        <p:spPr>
          <a:xfrm>
            <a:off x="457200" y="1600200"/>
            <a:ext cx="5029200" cy="4530725"/>
          </a:xfrm>
        </p:spPr>
        <p:txBody>
          <a:bodyPr/>
          <a:lstStyle/>
          <a:p>
            <a:pPr eaLnBrk="1" hangingPunct="1">
              <a:defRPr/>
            </a:pPr>
            <a:r>
              <a:rPr lang="en-US" sz="2800"/>
              <a:t>Use the Sketch tool to create point features and digitize the vertices of line or polygon features. After you finish the sketch, ArcMap adds the final segment and the sketch turns into a feature.</a:t>
            </a:r>
          </a:p>
        </p:txBody>
      </p:sp>
      <p:pic>
        <p:nvPicPr>
          <p:cNvPr id="19460" name="Picture 5" descr="Using the Sketch tool">
            <a:extLst>
              <a:ext uri="{FF2B5EF4-FFF2-40B4-BE49-F238E27FC236}">
                <a16:creationId xmlns:a16="http://schemas.microsoft.com/office/drawing/2014/main" id="{317DC3D5-36B1-466D-ABD3-5810CA9126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600200"/>
            <a:ext cx="3105150"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5B8F5DF-647C-4B3B-A532-EE49C33BE5C2}"/>
              </a:ext>
            </a:extLst>
          </p:cNvPr>
          <p:cNvSpPr>
            <a:spLocks noGrp="1" noChangeArrowheads="1"/>
          </p:cNvSpPr>
          <p:nvPr>
            <p:ph type="title"/>
          </p:nvPr>
        </p:nvSpPr>
        <p:spPr/>
        <p:txBody>
          <a:bodyPr/>
          <a:lstStyle/>
          <a:p>
            <a:pPr eaLnBrk="1" hangingPunct="1">
              <a:defRPr/>
            </a:pPr>
            <a:r>
              <a:rPr lang="en-US">
                <a:latin typeface="Verdana" pitchFamily="34" charset="0"/>
              </a:rPr>
              <a:t>Sketch Tool Shortcuts</a:t>
            </a:r>
          </a:p>
        </p:txBody>
      </p:sp>
      <p:sp>
        <p:nvSpPr>
          <p:cNvPr id="48131" name="Rectangle 3">
            <a:extLst>
              <a:ext uri="{FF2B5EF4-FFF2-40B4-BE49-F238E27FC236}">
                <a16:creationId xmlns:a16="http://schemas.microsoft.com/office/drawing/2014/main" id="{23576834-5587-4B37-BB61-ABFA98DFDBB5}"/>
              </a:ext>
            </a:extLst>
          </p:cNvPr>
          <p:cNvSpPr>
            <a:spLocks noGrp="1" noChangeArrowheads="1"/>
          </p:cNvSpPr>
          <p:nvPr>
            <p:ph type="body" idx="1"/>
          </p:nvPr>
        </p:nvSpPr>
        <p:spPr>
          <a:xfrm>
            <a:off x="457200" y="1295400"/>
            <a:ext cx="8229600" cy="5334000"/>
          </a:xfrm>
        </p:spPr>
        <p:txBody>
          <a:bodyPr/>
          <a:lstStyle/>
          <a:p>
            <a:pPr eaLnBrk="1" hangingPunct="1">
              <a:lnSpc>
                <a:spcPct val="80000"/>
              </a:lnSpc>
              <a:defRPr/>
            </a:pPr>
            <a:r>
              <a:rPr lang="en-US" sz="2400"/>
              <a:t>Ctrl + A Angle </a:t>
            </a:r>
          </a:p>
          <a:p>
            <a:pPr eaLnBrk="1" hangingPunct="1">
              <a:lnSpc>
                <a:spcPct val="80000"/>
              </a:lnSpc>
              <a:defRPr/>
            </a:pPr>
            <a:r>
              <a:rPr lang="en-US" sz="2400"/>
              <a:t>Ctrl + F Deflection  </a:t>
            </a:r>
          </a:p>
          <a:p>
            <a:pPr eaLnBrk="1" hangingPunct="1">
              <a:lnSpc>
                <a:spcPct val="80000"/>
              </a:lnSpc>
              <a:defRPr/>
            </a:pPr>
            <a:r>
              <a:rPr lang="en-US" sz="2400"/>
              <a:t>Ctrl + L Length </a:t>
            </a:r>
          </a:p>
          <a:p>
            <a:pPr eaLnBrk="1" hangingPunct="1">
              <a:lnSpc>
                <a:spcPct val="80000"/>
              </a:lnSpc>
              <a:defRPr/>
            </a:pPr>
            <a:r>
              <a:rPr lang="en-US" sz="2400"/>
              <a:t>Ctrl + D Delta x,y </a:t>
            </a:r>
          </a:p>
          <a:p>
            <a:pPr eaLnBrk="1" hangingPunct="1">
              <a:lnSpc>
                <a:spcPct val="80000"/>
              </a:lnSpc>
              <a:defRPr/>
            </a:pPr>
            <a:r>
              <a:rPr lang="en-US" sz="2400"/>
              <a:t>Ctrl + G  Direction/Length  </a:t>
            </a:r>
          </a:p>
          <a:p>
            <a:pPr eaLnBrk="1" hangingPunct="1">
              <a:lnSpc>
                <a:spcPct val="80000"/>
              </a:lnSpc>
              <a:defRPr/>
            </a:pPr>
            <a:r>
              <a:rPr lang="en-US" sz="2400"/>
              <a:t>Ctrl + P Parallel </a:t>
            </a:r>
          </a:p>
          <a:p>
            <a:pPr eaLnBrk="1" hangingPunct="1">
              <a:lnSpc>
                <a:spcPct val="80000"/>
              </a:lnSpc>
              <a:defRPr/>
            </a:pPr>
            <a:r>
              <a:rPr lang="en-US" sz="2400"/>
              <a:t>Ctrl + E Perpendicular </a:t>
            </a:r>
          </a:p>
          <a:p>
            <a:pPr eaLnBrk="1" hangingPunct="1">
              <a:lnSpc>
                <a:spcPct val="80000"/>
              </a:lnSpc>
              <a:defRPr/>
            </a:pPr>
            <a:r>
              <a:rPr lang="en-US" sz="2400"/>
              <a:t>Ctrl + T Tangent Curve </a:t>
            </a:r>
          </a:p>
          <a:p>
            <a:pPr eaLnBrk="1" hangingPunct="1">
              <a:lnSpc>
                <a:spcPct val="80000"/>
              </a:lnSpc>
              <a:defRPr/>
            </a:pPr>
            <a:r>
              <a:rPr lang="en-US" sz="2400"/>
              <a:t>T key Display the snapping tolerance</a:t>
            </a:r>
          </a:p>
          <a:p>
            <a:pPr eaLnBrk="1" hangingPunct="1">
              <a:lnSpc>
                <a:spcPct val="80000"/>
              </a:lnSpc>
              <a:defRPr/>
            </a:pPr>
            <a:r>
              <a:rPr lang="en-US" sz="2400"/>
              <a:t>F6  Absolute x,y </a:t>
            </a:r>
          </a:p>
          <a:p>
            <a:pPr eaLnBrk="1" hangingPunct="1">
              <a:lnSpc>
                <a:spcPct val="80000"/>
              </a:lnSpc>
              <a:defRPr/>
            </a:pPr>
            <a:r>
              <a:rPr lang="en-US" sz="2400"/>
              <a:t>F7 Segment Deflection </a:t>
            </a:r>
          </a:p>
          <a:p>
            <a:pPr eaLnBrk="1" hangingPunct="1">
              <a:lnSpc>
                <a:spcPct val="80000"/>
              </a:lnSpc>
              <a:defRPr/>
            </a:pPr>
            <a:r>
              <a:rPr lang="en-US" sz="2400"/>
              <a:t>F8 Streaming </a:t>
            </a:r>
          </a:p>
          <a:p>
            <a:pPr eaLnBrk="1" hangingPunct="1">
              <a:lnSpc>
                <a:spcPct val="80000"/>
              </a:lnSpc>
              <a:defRPr/>
            </a:pPr>
            <a:r>
              <a:rPr lang="en-US" sz="2400"/>
              <a:t>Ctrl + Delete Delete sketch </a:t>
            </a:r>
          </a:p>
          <a:p>
            <a:pPr eaLnBrk="1" hangingPunct="1">
              <a:lnSpc>
                <a:spcPct val="80000"/>
              </a:lnSpc>
              <a:defRPr/>
            </a:pPr>
            <a:r>
              <a:rPr lang="en-US" sz="2400"/>
              <a:t>F2 Finish sketch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B5551469-0A2B-4926-A7E7-F64114C78141}"/>
              </a:ext>
            </a:extLst>
          </p:cNvPr>
          <p:cNvSpPr>
            <a:spLocks noGrp="1" noChangeArrowheads="1"/>
          </p:cNvSpPr>
          <p:nvPr>
            <p:ph type="title"/>
          </p:nvPr>
        </p:nvSpPr>
        <p:spPr/>
        <p:txBody>
          <a:bodyPr/>
          <a:lstStyle/>
          <a:p>
            <a:pPr eaLnBrk="1" hangingPunct="1">
              <a:defRPr/>
            </a:pPr>
            <a:r>
              <a:rPr lang="en-US">
                <a:latin typeface="Verdana" pitchFamily="34" charset="0"/>
              </a:rPr>
              <a:t>Arc tool</a:t>
            </a:r>
          </a:p>
        </p:txBody>
      </p:sp>
      <p:sp>
        <p:nvSpPr>
          <p:cNvPr id="112643" name="Rectangle 3">
            <a:extLst>
              <a:ext uri="{FF2B5EF4-FFF2-40B4-BE49-F238E27FC236}">
                <a16:creationId xmlns:a16="http://schemas.microsoft.com/office/drawing/2014/main" id="{6DED916C-13E6-4F11-864E-841BC55FF228}"/>
              </a:ext>
            </a:extLst>
          </p:cNvPr>
          <p:cNvSpPr>
            <a:spLocks noGrp="1" noChangeArrowheads="1"/>
          </p:cNvSpPr>
          <p:nvPr>
            <p:ph type="body" idx="1"/>
          </p:nvPr>
        </p:nvSpPr>
        <p:spPr>
          <a:xfrm>
            <a:off x="457200" y="1600200"/>
            <a:ext cx="4267200" cy="4530725"/>
          </a:xfrm>
        </p:spPr>
        <p:txBody>
          <a:bodyPr/>
          <a:lstStyle/>
          <a:p>
            <a:pPr eaLnBrk="1" hangingPunct="1">
              <a:defRPr/>
            </a:pPr>
            <a:r>
              <a:rPr lang="en-US" sz="2800"/>
              <a:t>The Arc tool helps you create a segment that is a parametric (true) curve. Instead of being made of numerous vertices, a parametric curve has only two vertices as endpoints. </a:t>
            </a:r>
          </a:p>
        </p:txBody>
      </p:sp>
      <p:pic>
        <p:nvPicPr>
          <p:cNvPr id="21508" name="Picture 5" descr="Using the Arc tool">
            <a:extLst>
              <a:ext uri="{FF2B5EF4-FFF2-40B4-BE49-F238E27FC236}">
                <a16:creationId xmlns:a16="http://schemas.microsoft.com/office/drawing/2014/main" id="{FB82201F-1215-491E-ABF1-9A18810EE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828800"/>
            <a:ext cx="40290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B1194DCC-CC17-45EC-A4A6-68CC1B27DE40}"/>
              </a:ext>
            </a:extLst>
          </p:cNvPr>
          <p:cNvSpPr>
            <a:spLocks noGrp="1" noChangeArrowheads="1"/>
          </p:cNvSpPr>
          <p:nvPr>
            <p:ph type="title"/>
          </p:nvPr>
        </p:nvSpPr>
        <p:spPr/>
        <p:txBody>
          <a:bodyPr/>
          <a:lstStyle/>
          <a:p>
            <a:pPr eaLnBrk="1" hangingPunct="1">
              <a:defRPr/>
            </a:pPr>
            <a:r>
              <a:rPr lang="en-US">
                <a:latin typeface="Verdana" pitchFamily="34" charset="0"/>
              </a:rPr>
              <a:t>Direction-Distance tool</a:t>
            </a:r>
          </a:p>
        </p:txBody>
      </p:sp>
      <p:sp>
        <p:nvSpPr>
          <p:cNvPr id="113667" name="Rectangle 3">
            <a:extLst>
              <a:ext uri="{FF2B5EF4-FFF2-40B4-BE49-F238E27FC236}">
                <a16:creationId xmlns:a16="http://schemas.microsoft.com/office/drawing/2014/main" id="{D1CDF5CA-C44E-4F56-ABED-8DE58937BC65}"/>
              </a:ext>
            </a:extLst>
          </p:cNvPr>
          <p:cNvSpPr>
            <a:spLocks noGrp="1" noChangeArrowheads="1"/>
          </p:cNvSpPr>
          <p:nvPr>
            <p:ph type="body" idx="1"/>
          </p:nvPr>
        </p:nvSpPr>
        <p:spPr>
          <a:xfrm>
            <a:off x="457200" y="1600200"/>
            <a:ext cx="4114800" cy="4530725"/>
          </a:xfrm>
        </p:spPr>
        <p:txBody>
          <a:bodyPr/>
          <a:lstStyle/>
          <a:p>
            <a:pPr eaLnBrk="1" hangingPunct="1">
              <a:lnSpc>
                <a:spcPct val="90000"/>
              </a:lnSpc>
              <a:defRPr/>
            </a:pPr>
            <a:r>
              <a:rPr lang="en-US" sz="2800"/>
              <a:t>The Direction–Distance tool allows you to create a vertex using a distance from a known point plus a direction from a known point to define a bearing line. </a:t>
            </a:r>
          </a:p>
        </p:txBody>
      </p:sp>
      <p:pic>
        <p:nvPicPr>
          <p:cNvPr id="22532" name="Picture 5" descr="Using the Direction-Distance tool">
            <a:extLst>
              <a:ext uri="{FF2B5EF4-FFF2-40B4-BE49-F238E27FC236}">
                <a16:creationId xmlns:a16="http://schemas.microsoft.com/office/drawing/2014/main" id="{4391FB5C-32EF-4CAD-9826-AC91D04DB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905000"/>
            <a:ext cx="428625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D6E179B-41C6-4FC0-8B08-6339564C3FA3}"/>
              </a:ext>
            </a:extLst>
          </p:cNvPr>
          <p:cNvSpPr>
            <a:spLocks noGrp="1" noChangeArrowheads="1"/>
          </p:cNvSpPr>
          <p:nvPr>
            <p:ph type="title"/>
          </p:nvPr>
        </p:nvSpPr>
        <p:spPr/>
        <p:txBody>
          <a:bodyPr/>
          <a:lstStyle/>
          <a:p>
            <a:pPr eaLnBrk="1" hangingPunct="1">
              <a:defRPr/>
            </a:pPr>
            <a:r>
              <a:rPr lang="en-US" sz="4000">
                <a:latin typeface="Verdana" pitchFamily="34" charset="0"/>
              </a:rPr>
              <a:t>Direction-Distance Tool Shortcuts</a:t>
            </a:r>
          </a:p>
        </p:txBody>
      </p:sp>
      <p:sp>
        <p:nvSpPr>
          <p:cNvPr id="54275" name="Rectangle 3">
            <a:extLst>
              <a:ext uri="{FF2B5EF4-FFF2-40B4-BE49-F238E27FC236}">
                <a16:creationId xmlns:a16="http://schemas.microsoft.com/office/drawing/2014/main" id="{4BB4B9F1-1ED5-4D43-9126-06926D672A95}"/>
              </a:ext>
            </a:extLst>
          </p:cNvPr>
          <p:cNvSpPr>
            <a:spLocks noGrp="1" noChangeArrowheads="1"/>
          </p:cNvSpPr>
          <p:nvPr>
            <p:ph type="body" idx="1"/>
          </p:nvPr>
        </p:nvSpPr>
        <p:spPr>
          <a:xfrm>
            <a:off x="457200" y="2327275"/>
            <a:ext cx="8229600" cy="4530725"/>
          </a:xfrm>
        </p:spPr>
        <p:txBody>
          <a:bodyPr/>
          <a:lstStyle/>
          <a:p>
            <a:pPr eaLnBrk="1" hangingPunct="1">
              <a:buFont typeface="Wingdings" panose="05000000000000000000" pitchFamily="2" charset="2"/>
              <a:buNone/>
              <a:defRPr/>
            </a:pPr>
            <a:r>
              <a:rPr lang="en-US" sz="2800"/>
              <a:t>Shortcut Key  Editing Function  </a:t>
            </a:r>
          </a:p>
          <a:p>
            <a:pPr eaLnBrk="1" hangingPunct="1">
              <a:defRPr/>
            </a:pPr>
            <a:r>
              <a:rPr lang="en-US" sz="2800"/>
              <a:t>D or A key Direction </a:t>
            </a:r>
          </a:p>
          <a:p>
            <a:pPr eaLnBrk="1" hangingPunct="1">
              <a:defRPr/>
            </a:pPr>
            <a:r>
              <a:rPr lang="en-US" sz="2800"/>
              <a:t>D or R key Distance </a:t>
            </a:r>
          </a:p>
          <a:p>
            <a:pPr eaLnBrk="1" hangingPunct="1">
              <a:defRPr/>
            </a:pPr>
            <a:r>
              <a:rPr lang="en-US" sz="2800"/>
              <a:t>Tab Change location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0F23B9F0-DBA6-47D0-ABB6-B4A7C1A7CF73}"/>
              </a:ext>
            </a:extLst>
          </p:cNvPr>
          <p:cNvSpPr>
            <a:spLocks noGrp="1" noChangeArrowheads="1"/>
          </p:cNvSpPr>
          <p:nvPr>
            <p:ph type="title"/>
          </p:nvPr>
        </p:nvSpPr>
        <p:spPr/>
        <p:txBody>
          <a:bodyPr/>
          <a:lstStyle/>
          <a:p>
            <a:pPr eaLnBrk="1" hangingPunct="1">
              <a:defRPr/>
            </a:pPr>
            <a:r>
              <a:rPr lang="en-US">
                <a:latin typeface="Verdana" pitchFamily="34" charset="0"/>
              </a:rPr>
              <a:t>Distance-Distance Tool</a:t>
            </a:r>
          </a:p>
        </p:txBody>
      </p:sp>
      <p:sp>
        <p:nvSpPr>
          <p:cNvPr id="114691" name="Rectangle 3">
            <a:extLst>
              <a:ext uri="{FF2B5EF4-FFF2-40B4-BE49-F238E27FC236}">
                <a16:creationId xmlns:a16="http://schemas.microsoft.com/office/drawing/2014/main" id="{098B316F-BD1F-4CC6-8361-882348CDD2EF}"/>
              </a:ext>
            </a:extLst>
          </p:cNvPr>
          <p:cNvSpPr>
            <a:spLocks noGrp="1" noChangeArrowheads="1"/>
          </p:cNvSpPr>
          <p:nvPr>
            <p:ph type="body" idx="1"/>
          </p:nvPr>
        </p:nvSpPr>
        <p:spPr>
          <a:xfrm>
            <a:off x="533400" y="1828800"/>
            <a:ext cx="8229600" cy="4530725"/>
          </a:xfrm>
        </p:spPr>
        <p:txBody>
          <a:bodyPr/>
          <a:lstStyle/>
          <a:p>
            <a:pPr eaLnBrk="1" hangingPunct="1">
              <a:defRPr/>
            </a:pPr>
            <a:r>
              <a:rPr lang="en-US" sz="2800"/>
              <a:t>This tool lets you create a point or vertex at the intersection of two distances from two other points. </a:t>
            </a:r>
          </a:p>
        </p:txBody>
      </p:sp>
      <p:pic>
        <p:nvPicPr>
          <p:cNvPr id="24580" name="Picture 5" descr="Using the Distance-Distance tool">
            <a:extLst>
              <a:ext uri="{FF2B5EF4-FFF2-40B4-BE49-F238E27FC236}">
                <a16:creationId xmlns:a16="http://schemas.microsoft.com/office/drawing/2014/main" id="{0CFDA390-385E-49EF-B652-47A09CF78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505200"/>
            <a:ext cx="3724275"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A27EAAC2-E0CC-4332-8C24-4BBF80C42EB0}"/>
              </a:ext>
            </a:extLst>
          </p:cNvPr>
          <p:cNvSpPr>
            <a:spLocks noGrp="1" noChangeArrowheads="1"/>
          </p:cNvSpPr>
          <p:nvPr>
            <p:ph type="title"/>
          </p:nvPr>
        </p:nvSpPr>
        <p:spPr/>
        <p:txBody>
          <a:bodyPr/>
          <a:lstStyle/>
          <a:p>
            <a:pPr eaLnBrk="1" hangingPunct="1">
              <a:defRPr/>
            </a:pPr>
            <a:r>
              <a:rPr lang="en-US">
                <a:latin typeface="Verdana" pitchFamily="34" charset="0"/>
              </a:rPr>
              <a:t>Distance-Distance Tool</a:t>
            </a:r>
          </a:p>
        </p:txBody>
      </p:sp>
      <p:sp>
        <p:nvSpPr>
          <p:cNvPr id="53251" name="Rectangle 3">
            <a:extLst>
              <a:ext uri="{FF2B5EF4-FFF2-40B4-BE49-F238E27FC236}">
                <a16:creationId xmlns:a16="http://schemas.microsoft.com/office/drawing/2014/main" id="{3AB5DCBF-E050-449B-9C45-8192A7FF8919}"/>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en-US" sz="2800"/>
              <a:t>Shortcut Key  Editing Function  </a:t>
            </a:r>
          </a:p>
          <a:p>
            <a:pPr eaLnBrk="1" hangingPunct="1">
              <a:defRPr/>
            </a:pPr>
            <a:r>
              <a:rPr lang="en-US" sz="2800"/>
              <a:t>D or R key Distance </a:t>
            </a:r>
          </a:p>
          <a:p>
            <a:pPr eaLnBrk="1" hangingPunct="1">
              <a:defRPr/>
            </a:pPr>
            <a:r>
              <a:rPr lang="en-US" sz="2800"/>
              <a:t>Tab Change location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B06CF6CC-3F42-40B1-BDDE-CC7892EF7CBF}"/>
              </a:ext>
            </a:extLst>
          </p:cNvPr>
          <p:cNvSpPr>
            <a:spLocks noGrp="1" noChangeArrowheads="1"/>
          </p:cNvSpPr>
          <p:nvPr>
            <p:ph type="title"/>
          </p:nvPr>
        </p:nvSpPr>
        <p:spPr/>
        <p:txBody>
          <a:bodyPr/>
          <a:lstStyle/>
          <a:p>
            <a:pPr eaLnBrk="1" hangingPunct="1">
              <a:defRPr/>
            </a:pPr>
            <a:r>
              <a:rPr lang="en-US">
                <a:latin typeface="Verdana" pitchFamily="34" charset="0"/>
              </a:rPr>
              <a:t>Endpoint Arc Tool</a:t>
            </a:r>
          </a:p>
        </p:txBody>
      </p:sp>
      <p:sp>
        <p:nvSpPr>
          <p:cNvPr id="115715" name="Rectangle 3">
            <a:extLst>
              <a:ext uri="{FF2B5EF4-FFF2-40B4-BE49-F238E27FC236}">
                <a16:creationId xmlns:a16="http://schemas.microsoft.com/office/drawing/2014/main" id="{66ED4C7C-5184-41D3-92E3-1596B03AF866}"/>
              </a:ext>
            </a:extLst>
          </p:cNvPr>
          <p:cNvSpPr>
            <a:spLocks noGrp="1" noChangeArrowheads="1"/>
          </p:cNvSpPr>
          <p:nvPr>
            <p:ph type="body" idx="1"/>
          </p:nvPr>
        </p:nvSpPr>
        <p:spPr/>
        <p:txBody>
          <a:bodyPr/>
          <a:lstStyle/>
          <a:p>
            <a:pPr eaLnBrk="1" hangingPunct="1">
              <a:defRPr/>
            </a:pPr>
            <a:r>
              <a:rPr lang="en-US" sz="2800"/>
              <a:t>The Endpoint Arc tool allows you to specify the start and endpoints of the curve, then define a radius for the curve.</a:t>
            </a:r>
          </a:p>
          <a:p>
            <a:pPr eaLnBrk="1" hangingPunct="1">
              <a:buFont typeface="Wingdings" panose="05000000000000000000" pitchFamily="2" charset="2"/>
              <a:buNone/>
              <a:defRPr/>
            </a:pPr>
            <a:endParaRPr lang="en-US" sz="2800"/>
          </a:p>
          <a:p>
            <a:pPr eaLnBrk="1" hangingPunct="1">
              <a:buFont typeface="Wingdings" panose="05000000000000000000" pitchFamily="2" charset="2"/>
              <a:buNone/>
              <a:defRPr/>
            </a:pPr>
            <a:r>
              <a:rPr lang="en-US" sz="2800"/>
              <a:t>Shortcut Key  Editing Function  </a:t>
            </a:r>
          </a:p>
          <a:p>
            <a:pPr eaLnBrk="1" hangingPunct="1">
              <a:defRPr/>
            </a:pPr>
            <a:r>
              <a:rPr lang="en-US" sz="2800"/>
              <a:t>R key Radius for Endpoint Arc tool</a:t>
            </a:r>
          </a:p>
        </p:txBody>
      </p:sp>
      <p:pic>
        <p:nvPicPr>
          <p:cNvPr id="26628" name="Picture 7" descr="Using the Endpoint Arc tool">
            <a:extLst>
              <a:ext uri="{FF2B5EF4-FFF2-40B4-BE49-F238E27FC236}">
                <a16:creationId xmlns:a16="http://schemas.microsoft.com/office/drawing/2014/main" id="{81B5C22C-66C6-48E8-A6AD-4C7CAB6F5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4648200"/>
            <a:ext cx="45339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527CB9CE-ED07-4DAD-875E-E7043B7AF8E9}"/>
              </a:ext>
            </a:extLst>
          </p:cNvPr>
          <p:cNvSpPr>
            <a:spLocks noGrp="1" noChangeArrowheads="1"/>
          </p:cNvSpPr>
          <p:nvPr>
            <p:ph type="title"/>
          </p:nvPr>
        </p:nvSpPr>
        <p:spPr/>
        <p:txBody>
          <a:bodyPr/>
          <a:lstStyle/>
          <a:p>
            <a:pPr eaLnBrk="1" hangingPunct="1">
              <a:defRPr/>
            </a:pPr>
            <a:r>
              <a:rPr lang="en-US">
                <a:latin typeface="Verdana" pitchFamily="34" charset="0"/>
              </a:rPr>
              <a:t>Intersection Tool</a:t>
            </a:r>
          </a:p>
        </p:txBody>
      </p:sp>
      <p:sp>
        <p:nvSpPr>
          <p:cNvPr id="116739" name="Rectangle 3">
            <a:extLst>
              <a:ext uri="{FF2B5EF4-FFF2-40B4-BE49-F238E27FC236}">
                <a16:creationId xmlns:a16="http://schemas.microsoft.com/office/drawing/2014/main" id="{75329B35-6FFB-4A01-B992-79FBC5AD8ABA}"/>
              </a:ext>
            </a:extLst>
          </p:cNvPr>
          <p:cNvSpPr>
            <a:spLocks noGrp="1" noChangeArrowheads="1"/>
          </p:cNvSpPr>
          <p:nvPr>
            <p:ph type="body" idx="1"/>
          </p:nvPr>
        </p:nvSpPr>
        <p:spPr/>
        <p:txBody>
          <a:bodyPr/>
          <a:lstStyle/>
          <a:p>
            <a:pPr eaLnBrk="1" hangingPunct="1">
              <a:defRPr/>
            </a:pPr>
            <a:r>
              <a:rPr lang="en-US" sz="2800"/>
              <a:t>The Intersection tool creates a point or vertex at the place where two segments would intersect if extended far enough. </a:t>
            </a:r>
          </a:p>
        </p:txBody>
      </p:sp>
      <p:pic>
        <p:nvPicPr>
          <p:cNvPr id="27652" name="Picture 5" descr="Using the Intersection tool">
            <a:extLst>
              <a:ext uri="{FF2B5EF4-FFF2-40B4-BE49-F238E27FC236}">
                <a16:creationId xmlns:a16="http://schemas.microsoft.com/office/drawing/2014/main" id="{C704CA62-0E02-4307-BA2A-25AEA1F353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3429000"/>
            <a:ext cx="17145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2AEE4488-BE54-447E-BC61-CAAD3BEAB91F}"/>
              </a:ext>
            </a:extLst>
          </p:cNvPr>
          <p:cNvSpPr>
            <a:spLocks noGrp="1" noChangeArrowheads="1"/>
          </p:cNvSpPr>
          <p:nvPr>
            <p:ph type="title"/>
          </p:nvPr>
        </p:nvSpPr>
        <p:spPr/>
        <p:txBody>
          <a:bodyPr/>
          <a:lstStyle/>
          <a:p>
            <a:pPr eaLnBrk="1" hangingPunct="1">
              <a:defRPr/>
            </a:pPr>
            <a:r>
              <a:rPr lang="en-US">
                <a:latin typeface="Verdana" pitchFamily="34" charset="0"/>
              </a:rPr>
              <a:t>Midpoint Tool</a:t>
            </a:r>
          </a:p>
        </p:txBody>
      </p:sp>
      <p:sp>
        <p:nvSpPr>
          <p:cNvPr id="117763" name="Rectangle 3">
            <a:extLst>
              <a:ext uri="{FF2B5EF4-FFF2-40B4-BE49-F238E27FC236}">
                <a16:creationId xmlns:a16="http://schemas.microsoft.com/office/drawing/2014/main" id="{C6BCB8C6-D842-49BF-BDAB-8652D4884399}"/>
              </a:ext>
            </a:extLst>
          </p:cNvPr>
          <p:cNvSpPr>
            <a:spLocks noGrp="1" noChangeArrowheads="1"/>
          </p:cNvSpPr>
          <p:nvPr>
            <p:ph type="body" idx="1"/>
          </p:nvPr>
        </p:nvSpPr>
        <p:spPr/>
        <p:txBody>
          <a:bodyPr/>
          <a:lstStyle/>
          <a:p>
            <a:pPr eaLnBrk="1" hangingPunct="1">
              <a:defRPr/>
            </a:pPr>
            <a:r>
              <a:rPr lang="en-US" sz="2800"/>
              <a:t>The Midpoint tool lets you define the location of the next vertex by clicking two points; the new vertex is placed at the midpoint of the line between these points. </a:t>
            </a:r>
          </a:p>
        </p:txBody>
      </p:sp>
      <p:pic>
        <p:nvPicPr>
          <p:cNvPr id="28676" name="Picture 5" descr="Using the Midpoint tool">
            <a:extLst>
              <a:ext uri="{FF2B5EF4-FFF2-40B4-BE49-F238E27FC236}">
                <a16:creationId xmlns:a16="http://schemas.microsoft.com/office/drawing/2014/main" id="{89BC213D-20A2-4F6E-8E88-BC02245C0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3733800"/>
            <a:ext cx="31623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1B15AFEF-89B7-4691-BAAC-40677DC0DE49}"/>
              </a:ext>
            </a:extLst>
          </p:cNvPr>
          <p:cNvSpPr>
            <a:spLocks noGrp="1" noChangeArrowheads="1"/>
          </p:cNvSpPr>
          <p:nvPr>
            <p:ph type="title"/>
          </p:nvPr>
        </p:nvSpPr>
        <p:spPr/>
        <p:txBody>
          <a:bodyPr/>
          <a:lstStyle/>
          <a:p>
            <a:pPr eaLnBrk="1" hangingPunct="1">
              <a:defRPr/>
            </a:pPr>
            <a:r>
              <a:rPr lang="en-US">
                <a:latin typeface="Verdana" pitchFamily="34" charset="0"/>
              </a:rPr>
              <a:t>Trace Tool</a:t>
            </a:r>
          </a:p>
        </p:txBody>
      </p:sp>
      <p:sp>
        <p:nvSpPr>
          <p:cNvPr id="118787" name="Rectangle 3">
            <a:extLst>
              <a:ext uri="{FF2B5EF4-FFF2-40B4-BE49-F238E27FC236}">
                <a16:creationId xmlns:a16="http://schemas.microsoft.com/office/drawing/2014/main" id="{85A460CD-6F80-4086-9BC2-998A29A668A7}"/>
              </a:ext>
            </a:extLst>
          </p:cNvPr>
          <p:cNvSpPr>
            <a:spLocks noGrp="1" noChangeArrowheads="1"/>
          </p:cNvSpPr>
          <p:nvPr>
            <p:ph type="body" idx="1"/>
          </p:nvPr>
        </p:nvSpPr>
        <p:spPr>
          <a:xfrm>
            <a:off x="457200" y="1600200"/>
            <a:ext cx="4876800" cy="4530725"/>
          </a:xfrm>
        </p:spPr>
        <p:txBody>
          <a:bodyPr/>
          <a:lstStyle/>
          <a:p>
            <a:pPr eaLnBrk="1" hangingPunct="1">
              <a:lnSpc>
                <a:spcPct val="80000"/>
              </a:lnSpc>
              <a:defRPr/>
            </a:pPr>
            <a:r>
              <a:rPr lang="en-US" sz="2800"/>
              <a:t>The Trace Tool helps you create segments that follow along existing segments. The Trace Tool only follows selected features.</a:t>
            </a:r>
          </a:p>
          <a:p>
            <a:pPr eaLnBrk="1" hangingPunct="1">
              <a:lnSpc>
                <a:spcPct val="80000"/>
              </a:lnSpc>
              <a:defRPr/>
            </a:pPr>
            <a:r>
              <a:rPr lang="en-US" sz="2800"/>
              <a:t>Press o-key for trace options and offset </a:t>
            </a:r>
          </a:p>
          <a:p>
            <a:pPr eaLnBrk="1" hangingPunct="1">
              <a:lnSpc>
                <a:spcPct val="80000"/>
              </a:lnSpc>
              <a:defRPr/>
            </a:pPr>
            <a:r>
              <a:rPr lang="en-US" sz="2800"/>
              <a:t>Distances are in + for right of the digitized direction and – for left </a:t>
            </a:r>
          </a:p>
          <a:p>
            <a:pPr eaLnBrk="1" hangingPunct="1">
              <a:lnSpc>
                <a:spcPct val="80000"/>
              </a:lnSpc>
              <a:defRPr/>
            </a:pPr>
            <a:r>
              <a:rPr lang="en-US" sz="2800"/>
              <a:t>Tab key also traces the other side</a:t>
            </a:r>
          </a:p>
        </p:txBody>
      </p:sp>
      <p:pic>
        <p:nvPicPr>
          <p:cNvPr id="29700" name="Picture 5" descr="Using the Trace tool">
            <a:extLst>
              <a:ext uri="{FF2B5EF4-FFF2-40B4-BE49-F238E27FC236}">
                <a16:creationId xmlns:a16="http://schemas.microsoft.com/office/drawing/2014/main" id="{8FD6C923-DDC5-45C1-9ABB-EC7D05C371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2209800"/>
            <a:ext cx="328612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A065F0B-1570-421B-B61C-AF3A4E310EF3}"/>
              </a:ext>
            </a:extLst>
          </p:cNvPr>
          <p:cNvSpPr>
            <a:spLocks noGrp="1" noChangeArrowheads="1"/>
          </p:cNvSpPr>
          <p:nvPr>
            <p:ph type="title"/>
          </p:nvPr>
        </p:nvSpPr>
        <p:spPr/>
        <p:txBody>
          <a:bodyPr/>
          <a:lstStyle/>
          <a:p>
            <a:pPr eaLnBrk="1" hangingPunct="1">
              <a:defRPr/>
            </a:pPr>
            <a:r>
              <a:rPr lang="en-US">
                <a:latin typeface="Verdana" pitchFamily="34" charset="0"/>
              </a:rPr>
              <a:t>Scale and Rotate Tools</a:t>
            </a:r>
          </a:p>
        </p:txBody>
      </p:sp>
      <p:sp>
        <p:nvSpPr>
          <p:cNvPr id="56323" name="Rectangle 3">
            <a:extLst>
              <a:ext uri="{FF2B5EF4-FFF2-40B4-BE49-F238E27FC236}">
                <a16:creationId xmlns:a16="http://schemas.microsoft.com/office/drawing/2014/main" id="{72DCA59E-3BF8-4DB3-A49D-66E7E5E4791E}"/>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en-US" sz="2800"/>
              <a:t>Allows features to be scaled and rotated based on a point</a:t>
            </a:r>
          </a:p>
          <a:p>
            <a:pPr eaLnBrk="1" hangingPunct="1">
              <a:buFont typeface="Wingdings" panose="05000000000000000000" pitchFamily="2" charset="2"/>
              <a:buNone/>
              <a:defRPr/>
            </a:pPr>
            <a:endParaRPr lang="en-US" sz="2800"/>
          </a:p>
          <a:p>
            <a:pPr eaLnBrk="1" hangingPunct="1">
              <a:buFont typeface="Wingdings" panose="05000000000000000000" pitchFamily="2" charset="2"/>
              <a:buNone/>
              <a:defRPr/>
            </a:pPr>
            <a:r>
              <a:rPr lang="en-US" sz="2800"/>
              <a:t>Shortcut Key  Editing Function  </a:t>
            </a:r>
          </a:p>
          <a:p>
            <a:pPr eaLnBrk="1" hangingPunct="1">
              <a:defRPr/>
            </a:pPr>
            <a:r>
              <a:rPr lang="en-US" sz="2800"/>
              <a:t>A key Set rotate angle </a:t>
            </a:r>
          </a:p>
          <a:p>
            <a:pPr eaLnBrk="1" hangingPunct="1">
              <a:defRPr/>
            </a:pPr>
            <a:r>
              <a:rPr lang="en-US" sz="2800"/>
              <a:t>S key Toggle secondary anchor</a:t>
            </a:r>
            <a:r>
              <a:rPr lang="en-US"/>
              <a:t> </a:t>
            </a:r>
          </a:p>
        </p:txBody>
      </p:sp>
      <p:pic>
        <p:nvPicPr>
          <p:cNvPr id="30724" name="Picture 4">
            <a:extLst>
              <a:ext uri="{FF2B5EF4-FFF2-40B4-BE49-F238E27FC236}">
                <a16:creationId xmlns:a16="http://schemas.microsoft.com/office/drawing/2014/main" id="{EBBD2E05-ECE0-4301-ABDC-5E7645970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85800"/>
            <a:ext cx="5143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5">
            <a:extLst>
              <a:ext uri="{FF2B5EF4-FFF2-40B4-BE49-F238E27FC236}">
                <a16:creationId xmlns:a16="http://schemas.microsoft.com/office/drawing/2014/main" id="{0FCB6449-8D20-4C87-BF9A-D2BA4BDBF0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685800"/>
            <a:ext cx="45720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B242F34C-2012-4C43-B340-87E7C4E0845D}"/>
              </a:ext>
            </a:extLst>
          </p:cNvPr>
          <p:cNvSpPr>
            <a:spLocks noGrp="1" noChangeArrowheads="1"/>
          </p:cNvSpPr>
          <p:nvPr>
            <p:ph type="title"/>
          </p:nvPr>
        </p:nvSpPr>
        <p:spPr/>
        <p:txBody>
          <a:bodyPr/>
          <a:lstStyle/>
          <a:p>
            <a:pPr eaLnBrk="1" hangingPunct="1">
              <a:defRPr/>
            </a:pPr>
            <a:r>
              <a:rPr lang="en-US" sz="4000">
                <a:latin typeface="Verdana" pitchFamily="34" charset="0"/>
              </a:rPr>
              <a:t>Stretching a Feature Proportionally</a:t>
            </a:r>
          </a:p>
        </p:txBody>
      </p:sp>
      <p:sp>
        <p:nvSpPr>
          <p:cNvPr id="166915" name="Rectangle 3">
            <a:extLst>
              <a:ext uri="{FF2B5EF4-FFF2-40B4-BE49-F238E27FC236}">
                <a16:creationId xmlns:a16="http://schemas.microsoft.com/office/drawing/2014/main" id="{4AC163B9-E46B-4322-8197-8FB7A72A69A0}"/>
              </a:ext>
            </a:extLst>
          </p:cNvPr>
          <p:cNvSpPr>
            <a:spLocks noGrp="1" noChangeArrowheads="1"/>
          </p:cNvSpPr>
          <p:nvPr>
            <p:ph type="body" idx="1"/>
          </p:nvPr>
        </p:nvSpPr>
        <p:spPr/>
        <p:txBody>
          <a:bodyPr/>
          <a:lstStyle/>
          <a:p>
            <a:pPr eaLnBrk="1" hangingPunct="1">
              <a:lnSpc>
                <a:spcPct val="80000"/>
              </a:lnSpc>
              <a:defRPr/>
            </a:pPr>
            <a:r>
              <a:rPr lang="en-US" sz="2400"/>
              <a:t>Click the Edit tool and click the feature you want to stretch. </a:t>
            </a:r>
          </a:p>
          <a:p>
            <a:pPr eaLnBrk="1" hangingPunct="1">
              <a:lnSpc>
                <a:spcPct val="80000"/>
              </a:lnSpc>
              <a:defRPr/>
            </a:pPr>
            <a:r>
              <a:rPr lang="en-US" sz="2400"/>
              <a:t>Click the Editor menu and click Options&gt; General tab. </a:t>
            </a:r>
          </a:p>
          <a:p>
            <a:pPr eaLnBrk="1" hangingPunct="1">
              <a:lnSpc>
                <a:spcPct val="80000"/>
              </a:lnSpc>
              <a:defRPr/>
            </a:pPr>
            <a:r>
              <a:rPr lang="en-US" sz="2400"/>
              <a:t>Check the box to stretch the feature proportionately. </a:t>
            </a:r>
          </a:p>
          <a:p>
            <a:pPr eaLnBrk="1" hangingPunct="1">
              <a:lnSpc>
                <a:spcPct val="80000"/>
              </a:lnSpc>
              <a:defRPr/>
            </a:pPr>
            <a:r>
              <a:rPr lang="en-US" sz="2400"/>
              <a:t>Position the pointer over the vertex you want to move until the pointer changes. </a:t>
            </a:r>
          </a:p>
          <a:p>
            <a:pPr eaLnBrk="1" hangingPunct="1">
              <a:lnSpc>
                <a:spcPct val="80000"/>
              </a:lnSpc>
              <a:defRPr/>
            </a:pPr>
            <a:r>
              <a:rPr lang="en-US" sz="2400"/>
              <a:t>Drag the vertex to the desired location. </a:t>
            </a:r>
          </a:p>
          <a:p>
            <a:pPr eaLnBrk="1" hangingPunct="1">
              <a:lnSpc>
                <a:spcPct val="80000"/>
              </a:lnSpc>
              <a:defRPr/>
            </a:pPr>
            <a:r>
              <a:rPr lang="en-US" sz="2400"/>
              <a:t>Right-click any part of the sketch and click Finish Sketch. </a:t>
            </a:r>
            <a:br>
              <a:rPr lang="en-US" sz="2400"/>
            </a:br>
            <a:r>
              <a:rPr lang="en-US" sz="2400"/>
              <a:t>The feature is stretched proportionately</a:t>
            </a:r>
          </a:p>
          <a:p>
            <a:pPr eaLnBrk="1" hangingPunct="1">
              <a:lnSpc>
                <a:spcPct val="80000"/>
              </a:lnSpc>
              <a:defRPr/>
            </a:pPr>
            <a:endParaRPr lang="en-US" sz="2400"/>
          </a:p>
        </p:txBody>
      </p:sp>
      <p:pic>
        <p:nvPicPr>
          <p:cNvPr id="31748" name="Picture 5" descr="Proportional stretching on">
            <a:extLst>
              <a:ext uri="{FF2B5EF4-FFF2-40B4-BE49-F238E27FC236}">
                <a16:creationId xmlns:a16="http://schemas.microsoft.com/office/drawing/2014/main" id="{26AD5400-2D2D-4F1C-8D17-ED7444BFC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5257800"/>
            <a:ext cx="15906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121AA214-1DD5-47C5-B080-74B4ACBFFE0D}"/>
              </a:ext>
            </a:extLst>
          </p:cNvPr>
          <p:cNvSpPr>
            <a:spLocks noGrp="1" noChangeArrowheads="1"/>
          </p:cNvSpPr>
          <p:nvPr>
            <p:ph type="title"/>
          </p:nvPr>
        </p:nvSpPr>
        <p:spPr/>
        <p:txBody>
          <a:bodyPr/>
          <a:lstStyle/>
          <a:p>
            <a:pPr eaLnBrk="1" hangingPunct="1">
              <a:defRPr/>
            </a:pPr>
            <a:r>
              <a:rPr lang="en-US">
                <a:latin typeface="Verdana" pitchFamily="34" charset="0"/>
              </a:rPr>
              <a:t>Switch Between Tools</a:t>
            </a:r>
          </a:p>
        </p:txBody>
      </p:sp>
      <p:sp>
        <p:nvSpPr>
          <p:cNvPr id="164867" name="Rectangle 3">
            <a:extLst>
              <a:ext uri="{FF2B5EF4-FFF2-40B4-BE49-F238E27FC236}">
                <a16:creationId xmlns:a16="http://schemas.microsoft.com/office/drawing/2014/main" id="{A3724CFF-AE72-4008-88E4-E467E860BBB8}"/>
              </a:ext>
            </a:extLst>
          </p:cNvPr>
          <p:cNvSpPr>
            <a:spLocks noGrp="1" noChangeArrowheads="1"/>
          </p:cNvSpPr>
          <p:nvPr>
            <p:ph type="body" idx="1"/>
          </p:nvPr>
        </p:nvSpPr>
        <p:spPr/>
        <p:txBody>
          <a:bodyPr/>
          <a:lstStyle/>
          <a:p>
            <a:pPr eaLnBrk="1" hangingPunct="1">
              <a:defRPr/>
            </a:pPr>
            <a:r>
              <a:rPr lang="en-US" sz="2800"/>
              <a:t>Use the E Key to switch between sketch and edit</a:t>
            </a:r>
          </a:p>
        </p:txBody>
      </p:sp>
      <p:pic>
        <p:nvPicPr>
          <p:cNvPr id="32772" name="Picture 4">
            <a:extLst>
              <a:ext uri="{FF2B5EF4-FFF2-40B4-BE49-F238E27FC236}">
                <a16:creationId xmlns:a16="http://schemas.microsoft.com/office/drawing/2014/main" id="{45F8DF53-227C-4D78-AE3C-A69982EAF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895600"/>
            <a:ext cx="5534025" cy="329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EF11035-19F0-4E33-9FC8-BC0238BD6E2C}"/>
              </a:ext>
            </a:extLst>
          </p:cNvPr>
          <p:cNvSpPr>
            <a:spLocks noGrp="1" noChangeArrowheads="1"/>
          </p:cNvSpPr>
          <p:nvPr>
            <p:ph type="title"/>
          </p:nvPr>
        </p:nvSpPr>
        <p:spPr/>
        <p:txBody>
          <a:bodyPr/>
          <a:lstStyle/>
          <a:p>
            <a:pPr eaLnBrk="1" hangingPunct="1">
              <a:defRPr/>
            </a:pPr>
            <a:r>
              <a:rPr lang="en-US">
                <a:latin typeface="Verdana" pitchFamily="34" charset="0"/>
              </a:rPr>
              <a:t>Edit Sketch Context Tools</a:t>
            </a:r>
          </a:p>
        </p:txBody>
      </p:sp>
      <p:sp>
        <p:nvSpPr>
          <p:cNvPr id="25603" name="Rectangle 3">
            <a:extLst>
              <a:ext uri="{FF2B5EF4-FFF2-40B4-BE49-F238E27FC236}">
                <a16:creationId xmlns:a16="http://schemas.microsoft.com/office/drawing/2014/main" id="{A22B2C54-16A4-4C97-B526-8FD47C6B3AC4}"/>
              </a:ext>
            </a:extLst>
          </p:cNvPr>
          <p:cNvSpPr>
            <a:spLocks noGrp="1" noChangeArrowheads="1"/>
          </p:cNvSpPr>
          <p:nvPr>
            <p:ph type="body" sz="half" idx="1"/>
          </p:nvPr>
        </p:nvSpPr>
        <p:spPr>
          <a:xfrm>
            <a:off x="457200" y="1600200"/>
            <a:ext cx="6324600" cy="4648200"/>
          </a:xfrm>
        </p:spPr>
        <p:txBody>
          <a:bodyPr/>
          <a:lstStyle/>
          <a:p>
            <a:pPr eaLnBrk="1" hangingPunct="1">
              <a:defRPr/>
            </a:pPr>
            <a:r>
              <a:rPr lang="en-US" sz="2800"/>
              <a:t>Right click with a sketch tool while editing gives you many additional options or constraints</a:t>
            </a:r>
          </a:p>
        </p:txBody>
      </p:sp>
      <p:pic>
        <p:nvPicPr>
          <p:cNvPr id="33796" name="Picture 6">
            <a:extLst>
              <a:ext uri="{FF2B5EF4-FFF2-40B4-BE49-F238E27FC236}">
                <a16:creationId xmlns:a16="http://schemas.microsoft.com/office/drawing/2014/main" id="{0DF496E9-8741-44A6-8249-AA64C740D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600200"/>
            <a:ext cx="1706563" cy="417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 Box 7">
            <a:extLst>
              <a:ext uri="{FF2B5EF4-FFF2-40B4-BE49-F238E27FC236}">
                <a16:creationId xmlns:a16="http://schemas.microsoft.com/office/drawing/2014/main" id="{E67ED3D3-A971-4AD5-84F7-D3AA1A808419}"/>
              </a:ext>
            </a:extLst>
          </p:cNvPr>
          <p:cNvSpPr txBox="1">
            <a:spLocks noChangeArrowheads="1"/>
          </p:cNvSpPr>
          <p:nvPr/>
        </p:nvSpPr>
        <p:spPr bwMode="auto">
          <a:xfrm>
            <a:off x="6934200" y="5791200"/>
            <a:ext cx="167957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1100">
                <a:latin typeface="Times New Roman" panose="02020603050405020304" pitchFamily="18" charset="0"/>
              </a:rPr>
              <a:t>Sketch tool context menu</a:t>
            </a:r>
          </a:p>
        </p:txBody>
      </p:sp>
      <p:pic>
        <p:nvPicPr>
          <p:cNvPr id="33798" name="Picture 12">
            <a:extLst>
              <a:ext uri="{FF2B5EF4-FFF2-40B4-BE49-F238E27FC236}">
                <a16:creationId xmlns:a16="http://schemas.microsoft.com/office/drawing/2014/main" id="{3BDF58CB-AD19-48B5-9252-4CDDE4BC8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276600"/>
            <a:ext cx="13716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9" name="Picture 15">
            <a:extLst>
              <a:ext uri="{FF2B5EF4-FFF2-40B4-BE49-F238E27FC236}">
                <a16:creationId xmlns:a16="http://schemas.microsoft.com/office/drawing/2014/main" id="{B0F7EA70-DF78-4241-B607-D8E7F4DC6D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3276600"/>
            <a:ext cx="13716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0" name="Picture 16">
            <a:extLst>
              <a:ext uri="{FF2B5EF4-FFF2-40B4-BE49-F238E27FC236}">
                <a16:creationId xmlns:a16="http://schemas.microsoft.com/office/drawing/2014/main" id="{51D702DB-1543-4679-8F7F-37DDD21E05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3276600"/>
            <a:ext cx="13716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1" name="Picture 17">
            <a:extLst>
              <a:ext uri="{FF2B5EF4-FFF2-40B4-BE49-F238E27FC236}">
                <a16:creationId xmlns:a16="http://schemas.microsoft.com/office/drawing/2014/main" id="{288CAEC0-1DB0-4B8E-AD69-EE266FA7B6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3886200"/>
            <a:ext cx="207645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2" name="Picture 18">
            <a:extLst>
              <a:ext uri="{FF2B5EF4-FFF2-40B4-BE49-F238E27FC236}">
                <a16:creationId xmlns:a16="http://schemas.microsoft.com/office/drawing/2014/main" id="{59E384A2-E3C0-4C29-BA77-6949779B70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2800" y="3886200"/>
            <a:ext cx="221932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8EC11D77-D017-47FB-839B-72D3CDD6F31D}"/>
              </a:ext>
            </a:extLst>
          </p:cNvPr>
          <p:cNvSpPr>
            <a:spLocks noGrp="1" noChangeArrowheads="1"/>
          </p:cNvSpPr>
          <p:nvPr>
            <p:ph type="title"/>
          </p:nvPr>
        </p:nvSpPr>
        <p:spPr/>
        <p:txBody>
          <a:bodyPr/>
          <a:lstStyle/>
          <a:p>
            <a:pPr eaLnBrk="1" hangingPunct="1">
              <a:defRPr/>
            </a:pPr>
            <a:r>
              <a:rPr lang="en-US">
                <a:latin typeface="Verdana" pitchFamily="34" charset="0"/>
              </a:rPr>
              <a:t>Editing Options</a:t>
            </a:r>
          </a:p>
        </p:txBody>
      </p:sp>
      <p:sp>
        <p:nvSpPr>
          <p:cNvPr id="107523" name="Rectangle 3">
            <a:extLst>
              <a:ext uri="{FF2B5EF4-FFF2-40B4-BE49-F238E27FC236}">
                <a16:creationId xmlns:a16="http://schemas.microsoft.com/office/drawing/2014/main" id="{AA5D0FF8-7AE0-407A-9BD0-EF0E5BD38524}"/>
              </a:ext>
            </a:extLst>
          </p:cNvPr>
          <p:cNvSpPr>
            <a:spLocks noGrp="1" noChangeArrowheads="1"/>
          </p:cNvSpPr>
          <p:nvPr>
            <p:ph type="body" idx="1"/>
          </p:nvPr>
        </p:nvSpPr>
        <p:spPr>
          <a:xfrm>
            <a:off x="457200" y="1600200"/>
            <a:ext cx="5334000" cy="4530725"/>
          </a:xfrm>
        </p:spPr>
        <p:txBody>
          <a:bodyPr/>
          <a:lstStyle/>
          <a:p>
            <a:pPr eaLnBrk="1" hangingPunct="1">
              <a:defRPr/>
            </a:pPr>
            <a:r>
              <a:rPr lang="en-US" sz="2800"/>
              <a:t>Editor&gt;Editing options will give you options in how you enter values</a:t>
            </a:r>
          </a:p>
          <a:p>
            <a:pPr lvl="1" eaLnBrk="1" hangingPunct="1">
              <a:defRPr/>
            </a:pPr>
            <a:r>
              <a:rPr lang="en-US"/>
              <a:t>Direction</a:t>
            </a:r>
          </a:p>
          <a:p>
            <a:pPr lvl="1" eaLnBrk="1" hangingPunct="1">
              <a:defRPr/>
            </a:pPr>
            <a:r>
              <a:rPr lang="en-US"/>
              <a:t>Units</a:t>
            </a:r>
          </a:p>
          <a:p>
            <a:pPr lvl="1" eaLnBrk="1" hangingPunct="1">
              <a:buFontTx/>
              <a:buNone/>
              <a:defRPr/>
            </a:pPr>
            <a:endParaRPr lang="en-US"/>
          </a:p>
          <a:p>
            <a:pPr eaLnBrk="1" hangingPunct="1">
              <a:defRPr/>
            </a:pPr>
            <a:r>
              <a:rPr lang="en-US" sz="2800"/>
              <a:t>Sample Quadrant</a:t>
            </a:r>
          </a:p>
          <a:p>
            <a:pPr eaLnBrk="1" hangingPunct="1">
              <a:buFont typeface="Wingdings" panose="05000000000000000000" pitchFamily="2" charset="2"/>
              <a:buNone/>
              <a:defRPr/>
            </a:pPr>
            <a:endParaRPr lang="en-US"/>
          </a:p>
          <a:p>
            <a:pPr eaLnBrk="1" hangingPunct="1">
              <a:defRPr/>
            </a:pPr>
            <a:r>
              <a:rPr lang="en-US" sz="2800"/>
              <a:t>Sample Azimuth</a:t>
            </a:r>
          </a:p>
        </p:txBody>
      </p:sp>
      <p:pic>
        <p:nvPicPr>
          <p:cNvPr id="34820" name="Picture 4">
            <a:extLst>
              <a:ext uri="{FF2B5EF4-FFF2-40B4-BE49-F238E27FC236}">
                <a16:creationId xmlns:a16="http://schemas.microsoft.com/office/drawing/2014/main" id="{50A79C01-4EA4-4477-86E6-A37DAE8321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371600"/>
            <a:ext cx="2859088"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1" name="Picture 6">
            <a:extLst>
              <a:ext uri="{FF2B5EF4-FFF2-40B4-BE49-F238E27FC236}">
                <a16:creationId xmlns:a16="http://schemas.microsoft.com/office/drawing/2014/main" id="{9787D040-D3DF-4E8B-B78D-3B741A8A8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029200"/>
            <a:ext cx="13716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2" name="Picture 7">
            <a:extLst>
              <a:ext uri="{FF2B5EF4-FFF2-40B4-BE49-F238E27FC236}">
                <a16:creationId xmlns:a16="http://schemas.microsoft.com/office/drawing/2014/main" id="{27D17BE8-F607-4C54-88D2-53AC69EB95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6096000"/>
            <a:ext cx="13716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3" name="Picture 8">
            <a:extLst>
              <a:ext uri="{FF2B5EF4-FFF2-40B4-BE49-F238E27FC236}">
                <a16:creationId xmlns:a16="http://schemas.microsoft.com/office/drawing/2014/main" id="{46F21568-C2FA-45E6-8566-1789FCDF98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5419725"/>
            <a:ext cx="1628775"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4" name="Picture 9">
            <a:extLst>
              <a:ext uri="{FF2B5EF4-FFF2-40B4-BE49-F238E27FC236}">
                <a16:creationId xmlns:a16="http://schemas.microsoft.com/office/drawing/2014/main" id="{36828ABC-33AB-4F21-B187-B554D27796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1539" r="7692"/>
          <a:stretch>
            <a:fillRect/>
          </a:stretch>
        </p:blipFill>
        <p:spPr bwMode="auto">
          <a:xfrm>
            <a:off x="5334000" y="3962400"/>
            <a:ext cx="16002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2981CDF8-EA99-4758-915A-9B8D0DE4B2CA}"/>
              </a:ext>
            </a:extLst>
          </p:cNvPr>
          <p:cNvSpPr>
            <a:spLocks noGrp="1" noChangeArrowheads="1"/>
          </p:cNvSpPr>
          <p:nvPr>
            <p:ph type="title"/>
          </p:nvPr>
        </p:nvSpPr>
        <p:spPr/>
        <p:txBody>
          <a:bodyPr/>
          <a:lstStyle/>
          <a:p>
            <a:pPr eaLnBrk="1" hangingPunct="1">
              <a:defRPr/>
            </a:pPr>
            <a:r>
              <a:rPr lang="en-US">
                <a:latin typeface="Verdana" pitchFamily="34" charset="0"/>
              </a:rPr>
              <a:t>Sketch Units Conversions</a:t>
            </a:r>
          </a:p>
        </p:txBody>
      </p:sp>
      <p:sp>
        <p:nvSpPr>
          <p:cNvPr id="108547" name="Rectangle 3">
            <a:extLst>
              <a:ext uri="{FF2B5EF4-FFF2-40B4-BE49-F238E27FC236}">
                <a16:creationId xmlns:a16="http://schemas.microsoft.com/office/drawing/2014/main" id="{B37A0514-16CA-4FB7-BF75-A21D62A9D3AC}"/>
              </a:ext>
            </a:extLst>
          </p:cNvPr>
          <p:cNvSpPr>
            <a:spLocks noGrp="1" noChangeArrowheads="1"/>
          </p:cNvSpPr>
          <p:nvPr>
            <p:ph type="body" sz="half" idx="1"/>
          </p:nvPr>
        </p:nvSpPr>
        <p:spPr>
          <a:xfrm>
            <a:off x="457200" y="1600200"/>
            <a:ext cx="4038600" cy="2822575"/>
          </a:xfrm>
        </p:spPr>
        <p:txBody>
          <a:bodyPr/>
          <a:lstStyle/>
          <a:p>
            <a:pPr eaLnBrk="1" hangingPunct="1">
              <a:defRPr/>
            </a:pPr>
            <a:r>
              <a:rPr lang="en-US" sz="2800"/>
              <a:t>Ensure units are defined</a:t>
            </a:r>
          </a:p>
          <a:p>
            <a:pPr eaLnBrk="1" hangingPunct="1">
              <a:defRPr/>
            </a:pPr>
            <a:r>
              <a:rPr lang="en-US" sz="2800"/>
              <a:t>When entering the length tell the units you want the measurement in</a:t>
            </a:r>
          </a:p>
          <a:p>
            <a:pPr eaLnBrk="1" hangingPunct="1">
              <a:defRPr/>
            </a:pPr>
            <a:endParaRPr lang="en-US" sz="2800"/>
          </a:p>
          <a:p>
            <a:pPr eaLnBrk="1" hangingPunct="1">
              <a:buFont typeface="Wingdings" panose="05000000000000000000" pitchFamily="2" charset="2"/>
              <a:buNone/>
              <a:defRPr/>
            </a:pPr>
            <a:endParaRPr lang="en-US" sz="2800"/>
          </a:p>
        </p:txBody>
      </p:sp>
      <p:pic>
        <p:nvPicPr>
          <p:cNvPr id="35844" name="Picture 4">
            <a:extLst>
              <a:ext uri="{FF2B5EF4-FFF2-40B4-BE49-F238E27FC236}">
                <a16:creationId xmlns:a16="http://schemas.microsoft.com/office/drawing/2014/main" id="{22905BD0-4694-49F1-B64D-DC7BAEAC7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648200"/>
            <a:ext cx="13716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45" name="Picture 5">
            <a:extLst>
              <a:ext uri="{FF2B5EF4-FFF2-40B4-BE49-F238E27FC236}">
                <a16:creationId xmlns:a16="http://schemas.microsoft.com/office/drawing/2014/main" id="{9138EE73-8B5D-4E7F-9F2D-86F2607CF1C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48200" y="2087563"/>
            <a:ext cx="4038600" cy="3556000"/>
          </a:xfr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F1A3E5A-52B1-4285-B23B-69F44ACD7314}"/>
              </a:ext>
            </a:extLst>
          </p:cNvPr>
          <p:cNvSpPr>
            <a:spLocks noGrp="1" noChangeArrowheads="1"/>
          </p:cNvSpPr>
          <p:nvPr>
            <p:ph type="title"/>
          </p:nvPr>
        </p:nvSpPr>
        <p:spPr/>
        <p:txBody>
          <a:bodyPr/>
          <a:lstStyle/>
          <a:p>
            <a:pPr eaLnBrk="1" hangingPunct="1">
              <a:defRPr/>
            </a:pPr>
            <a:r>
              <a:rPr lang="en-US">
                <a:latin typeface="Verdana" pitchFamily="34" charset="0"/>
              </a:rPr>
              <a:t>Sketch Properties</a:t>
            </a:r>
          </a:p>
        </p:txBody>
      </p:sp>
      <p:sp>
        <p:nvSpPr>
          <p:cNvPr id="21507" name="Rectangle 3">
            <a:extLst>
              <a:ext uri="{FF2B5EF4-FFF2-40B4-BE49-F238E27FC236}">
                <a16:creationId xmlns:a16="http://schemas.microsoft.com/office/drawing/2014/main" id="{56225BF6-B59B-4EBE-93BA-89D3787DECF3}"/>
              </a:ext>
            </a:extLst>
          </p:cNvPr>
          <p:cNvSpPr>
            <a:spLocks noGrp="1" noChangeArrowheads="1"/>
          </p:cNvSpPr>
          <p:nvPr>
            <p:ph type="body" sz="half" idx="1"/>
          </p:nvPr>
        </p:nvSpPr>
        <p:spPr>
          <a:xfrm>
            <a:off x="457200" y="1600200"/>
            <a:ext cx="5410200" cy="4530725"/>
          </a:xfrm>
        </p:spPr>
        <p:txBody>
          <a:bodyPr/>
          <a:lstStyle/>
          <a:p>
            <a:pPr eaLnBrk="1" hangingPunct="1">
              <a:lnSpc>
                <a:spcPct val="90000"/>
              </a:lnSpc>
              <a:defRPr/>
            </a:pPr>
            <a:r>
              <a:rPr lang="en-US" sz="2800"/>
              <a:t>When modifying a feature you can</a:t>
            </a:r>
          </a:p>
          <a:p>
            <a:pPr lvl="1" eaLnBrk="1" hangingPunct="1">
              <a:lnSpc>
                <a:spcPct val="90000"/>
              </a:lnSpc>
              <a:defRPr/>
            </a:pPr>
            <a:r>
              <a:rPr lang="en-US" sz="2000"/>
              <a:t>Remove vertices</a:t>
            </a:r>
          </a:p>
          <a:p>
            <a:pPr lvl="2" eaLnBrk="1" hangingPunct="1">
              <a:lnSpc>
                <a:spcPct val="90000"/>
              </a:lnSpc>
              <a:defRPr/>
            </a:pPr>
            <a:r>
              <a:rPr lang="en-US" sz="1800"/>
              <a:t>Right click and remove</a:t>
            </a:r>
          </a:p>
          <a:p>
            <a:pPr lvl="2" eaLnBrk="1" hangingPunct="1">
              <a:lnSpc>
                <a:spcPct val="90000"/>
              </a:lnSpc>
              <a:defRPr/>
            </a:pPr>
            <a:r>
              <a:rPr lang="en-US" sz="1800"/>
              <a:t>Select many and Remove</a:t>
            </a:r>
          </a:p>
          <a:p>
            <a:pPr lvl="1" eaLnBrk="1" hangingPunct="1">
              <a:lnSpc>
                <a:spcPct val="90000"/>
              </a:lnSpc>
              <a:defRPr/>
            </a:pPr>
            <a:r>
              <a:rPr lang="en-US" sz="2000"/>
              <a:t>Add vertices exactly between two</a:t>
            </a:r>
          </a:p>
          <a:p>
            <a:pPr lvl="2" eaLnBrk="1" hangingPunct="1">
              <a:lnSpc>
                <a:spcPct val="90000"/>
              </a:lnSpc>
              <a:defRPr/>
            </a:pPr>
            <a:r>
              <a:rPr lang="en-US" sz="1800"/>
              <a:t>Right click on vertex no and choose add before</a:t>
            </a:r>
          </a:p>
          <a:p>
            <a:pPr lvl="1" eaLnBrk="1" hangingPunct="1">
              <a:lnSpc>
                <a:spcPct val="90000"/>
              </a:lnSpc>
              <a:defRPr/>
            </a:pPr>
            <a:r>
              <a:rPr lang="en-US" sz="2000"/>
              <a:t>Remove multi-parts</a:t>
            </a:r>
          </a:p>
          <a:p>
            <a:pPr lvl="2" eaLnBrk="1" hangingPunct="1">
              <a:lnSpc>
                <a:spcPct val="90000"/>
              </a:lnSpc>
              <a:defRPr/>
            </a:pPr>
            <a:r>
              <a:rPr lang="en-US" sz="1800"/>
              <a:t>Right click on part and choose to remove</a:t>
            </a:r>
          </a:p>
          <a:p>
            <a:pPr lvl="1" eaLnBrk="1" hangingPunct="1">
              <a:lnSpc>
                <a:spcPct val="90000"/>
              </a:lnSpc>
              <a:defRPr/>
            </a:pPr>
            <a:r>
              <a:rPr lang="en-US" sz="2000"/>
              <a:t>Modify coordinates</a:t>
            </a:r>
          </a:p>
          <a:p>
            <a:pPr lvl="2" eaLnBrk="1" hangingPunct="1">
              <a:lnSpc>
                <a:spcPct val="90000"/>
              </a:lnSpc>
              <a:defRPr/>
            </a:pPr>
            <a:r>
              <a:rPr lang="en-US" sz="1800"/>
              <a:t>Edit coordinate explicitly</a:t>
            </a:r>
          </a:p>
        </p:txBody>
      </p:sp>
      <p:pic>
        <p:nvPicPr>
          <p:cNvPr id="36868" name="Picture 6">
            <a:extLst>
              <a:ext uri="{FF2B5EF4-FFF2-40B4-BE49-F238E27FC236}">
                <a16:creationId xmlns:a16="http://schemas.microsoft.com/office/drawing/2014/main" id="{29524BB1-FC81-4F8A-8782-58C58DE194F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324600" y="2744788"/>
            <a:ext cx="2314575" cy="1820862"/>
          </a:xfr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20A9085-30F8-4867-AC47-4D54DB098220}"/>
              </a:ext>
            </a:extLst>
          </p:cNvPr>
          <p:cNvSpPr>
            <a:spLocks noGrp="1" noChangeArrowheads="1"/>
          </p:cNvSpPr>
          <p:nvPr>
            <p:ph type="title"/>
          </p:nvPr>
        </p:nvSpPr>
        <p:spPr/>
        <p:txBody>
          <a:bodyPr/>
          <a:lstStyle/>
          <a:p>
            <a:pPr eaLnBrk="1" hangingPunct="1">
              <a:defRPr/>
            </a:pPr>
            <a:r>
              <a:rPr lang="en-US">
                <a:latin typeface="Verdana" pitchFamily="34" charset="0"/>
              </a:rPr>
              <a:t>Working with Multipart Features</a:t>
            </a:r>
          </a:p>
        </p:txBody>
      </p:sp>
      <p:sp>
        <p:nvSpPr>
          <p:cNvPr id="24579" name="Rectangle 3">
            <a:extLst>
              <a:ext uri="{FF2B5EF4-FFF2-40B4-BE49-F238E27FC236}">
                <a16:creationId xmlns:a16="http://schemas.microsoft.com/office/drawing/2014/main" id="{791D3213-E7D4-4706-81E0-ED92BDE79298}"/>
              </a:ext>
            </a:extLst>
          </p:cNvPr>
          <p:cNvSpPr>
            <a:spLocks noGrp="1" noChangeArrowheads="1"/>
          </p:cNvSpPr>
          <p:nvPr>
            <p:ph type="body" idx="1"/>
          </p:nvPr>
        </p:nvSpPr>
        <p:spPr/>
        <p:txBody>
          <a:bodyPr/>
          <a:lstStyle/>
          <a:p>
            <a:pPr eaLnBrk="1" hangingPunct="1">
              <a:lnSpc>
                <a:spcPct val="90000"/>
              </a:lnSpc>
              <a:defRPr/>
            </a:pPr>
            <a:r>
              <a:rPr lang="en-US" sz="2800" dirty="0"/>
              <a:t>Think of Hawaii as a multipart feature</a:t>
            </a:r>
          </a:p>
          <a:p>
            <a:pPr eaLnBrk="1" hangingPunct="1">
              <a:lnSpc>
                <a:spcPct val="90000"/>
              </a:lnSpc>
              <a:defRPr/>
            </a:pPr>
            <a:r>
              <a:rPr lang="en-US" sz="2800" dirty="0"/>
              <a:t>Removing</a:t>
            </a:r>
          </a:p>
          <a:p>
            <a:pPr lvl="1" eaLnBrk="1" hangingPunct="1">
              <a:lnSpc>
                <a:spcPct val="90000"/>
              </a:lnSpc>
              <a:defRPr/>
            </a:pPr>
            <a:r>
              <a:rPr lang="en-US" dirty="0"/>
              <a:t>Explode with      on advanced editing toolbar </a:t>
            </a:r>
          </a:p>
          <a:p>
            <a:pPr lvl="1" eaLnBrk="1" hangingPunct="1">
              <a:lnSpc>
                <a:spcPct val="90000"/>
              </a:lnSpc>
              <a:defRPr/>
            </a:pPr>
            <a:r>
              <a:rPr lang="en-US" dirty="0"/>
              <a:t>Delete parts in sketch properties</a:t>
            </a:r>
          </a:p>
          <a:p>
            <a:pPr eaLnBrk="1" hangingPunct="1">
              <a:lnSpc>
                <a:spcPct val="90000"/>
              </a:lnSpc>
              <a:defRPr/>
            </a:pPr>
            <a:r>
              <a:rPr lang="en-US" sz="2800" dirty="0"/>
              <a:t>Creating</a:t>
            </a:r>
          </a:p>
          <a:p>
            <a:pPr lvl="1" eaLnBrk="1" hangingPunct="1">
              <a:lnSpc>
                <a:spcPct val="90000"/>
              </a:lnSpc>
              <a:defRPr/>
            </a:pPr>
            <a:r>
              <a:rPr lang="en-US" dirty="0"/>
              <a:t>Merge two non connected features</a:t>
            </a:r>
          </a:p>
          <a:p>
            <a:pPr lvl="1" eaLnBrk="1" hangingPunct="1">
              <a:lnSpc>
                <a:spcPct val="90000"/>
              </a:lnSpc>
              <a:defRPr/>
            </a:pPr>
            <a:r>
              <a:rPr lang="en-US" dirty="0"/>
              <a:t>When drawing finish part to start next feature part</a:t>
            </a:r>
          </a:p>
          <a:p>
            <a:pPr eaLnBrk="1" hangingPunct="1">
              <a:lnSpc>
                <a:spcPct val="90000"/>
              </a:lnSpc>
              <a:defRPr/>
            </a:pPr>
            <a:r>
              <a:rPr lang="en-US" sz="2800" dirty="0">
                <a:solidFill>
                  <a:srgbClr val="FF3300"/>
                </a:solidFill>
              </a:rPr>
              <a:t>Cannot be used with network features</a:t>
            </a:r>
          </a:p>
        </p:txBody>
      </p:sp>
      <p:pic>
        <p:nvPicPr>
          <p:cNvPr id="37892" name="Picture 4">
            <a:extLst>
              <a:ext uri="{FF2B5EF4-FFF2-40B4-BE49-F238E27FC236}">
                <a16:creationId xmlns:a16="http://schemas.microsoft.com/office/drawing/2014/main" id="{D4AEE5BB-BF76-49B2-8CE6-1424C7A13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2590800"/>
            <a:ext cx="5207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C0D2B3C-DE9C-4A1F-B21D-419E82413C35}"/>
              </a:ext>
            </a:extLst>
          </p:cNvPr>
          <p:cNvSpPr>
            <a:spLocks noGrp="1" noChangeArrowheads="1"/>
          </p:cNvSpPr>
          <p:nvPr>
            <p:ph type="title"/>
          </p:nvPr>
        </p:nvSpPr>
        <p:spPr>
          <a:xfrm>
            <a:off x="381000" y="274638"/>
            <a:ext cx="8229600" cy="1143000"/>
          </a:xfrm>
        </p:spPr>
        <p:txBody>
          <a:bodyPr/>
          <a:lstStyle/>
          <a:p>
            <a:pPr eaLnBrk="1" hangingPunct="1">
              <a:defRPr/>
            </a:pPr>
            <a:r>
              <a:rPr lang="en-US">
                <a:latin typeface="Verdana" pitchFamily="34" charset="0"/>
              </a:rPr>
              <a:t>Copying and Pasting Features</a:t>
            </a:r>
          </a:p>
        </p:txBody>
      </p:sp>
      <p:sp>
        <p:nvSpPr>
          <p:cNvPr id="26627" name="Rectangle 3">
            <a:extLst>
              <a:ext uri="{FF2B5EF4-FFF2-40B4-BE49-F238E27FC236}">
                <a16:creationId xmlns:a16="http://schemas.microsoft.com/office/drawing/2014/main" id="{2DD1C413-70A2-415E-B89F-B8848ACEF19F}"/>
              </a:ext>
            </a:extLst>
          </p:cNvPr>
          <p:cNvSpPr>
            <a:spLocks noGrp="1" noChangeArrowheads="1"/>
          </p:cNvSpPr>
          <p:nvPr>
            <p:ph type="body" idx="1"/>
          </p:nvPr>
        </p:nvSpPr>
        <p:spPr>
          <a:xfrm>
            <a:off x="457200" y="2133600"/>
            <a:ext cx="8229600" cy="3810000"/>
          </a:xfrm>
        </p:spPr>
        <p:txBody>
          <a:bodyPr/>
          <a:lstStyle/>
          <a:p>
            <a:pPr eaLnBrk="1" hangingPunct="1">
              <a:lnSpc>
                <a:spcPct val="90000"/>
              </a:lnSpc>
              <a:defRPr/>
            </a:pPr>
            <a:r>
              <a:rPr lang="en-US" sz="2800"/>
              <a:t>Use standard copy/paste for like geometry or lower geometry feature type</a:t>
            </a:r>
          </a:p>
          <a:p>
            <a:pPr eaLnBrk="1" hangingPunct="1">
              <a:lnSpc>
                <a:spcPct val="90000"/>
              </a:lnSpc>
              <a:buFont typeface="Wingdings" panose="05000000000000000000" pitchFamily="2" charset="2"/>
              <a:buNone/>
              <a:defRPr/>
            </a:pPr>
            <a:endParaRPr lang="en-US" sz="2800"/>
          </a:p>
          <a:p>
            <a:pPr eaLnBrk="1" hangingPunct="1">
              <a:lnSpc>
                <a:spcPct val="90000"/>
              </a:lnSpc>
              <a:defRPr/>
            </a:pPr>
            <a:r>
              <a:rPr lang="en-US" sz="2800"/>
              <a:t>Ensure target layer is correct</a:t>
            </a:r>
          </a:p>
          <a:p>
            <a:pPr eaLnBrk="1" hangingPunct="1">
              <a:lnSpc>
                <a:spcPct val="90000"/>
              </a:lnSpc>
              <a:buFont typeface="Wingdings" panose="05000000000000000000" pitchFamily="2" charset="2"/>
              <a:buNone/>
              <a:defRPr/>
            </a:pPr>
            <a:endParaRPr lang="en-US" sz="2800"/>
          </a:p>
          <a:p>
            <a:pPr eaLnBrk="1" hangingPunct="1">
              <a:lnSpc>
                <a:spcPct val="90000"/>
              </a:lnSpc>
              <a:defRPr/>
            </a:pPr>
            <a:r>
              <a:rPr lang="en-US" sz="2800"/>
              <a:t>Like attributes will copy as well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6630B040-6D18-4816-BB75-2466C1027B8C}"/>
              </a:ext>
            </a:extLst>
          </p:cNvPr>
          <p:cNvSpPr>
            <a:spLocks noGrp="1" noChangeArrowheads="1"/>
          </p:cNvSpPr>
          <p:nvPr>
            <p:ph type="title"/>
          </p:nvPr>
        </p:nvSpPr>
        <p:spPr/>
        <p:txBody>
          <a:bodyPr/>
          <a:lstStyle/>
          <a:p>
            <a:pPr eaLnBrk="1" hangingPunct="1">
              <a:defRPr/>
            </a:pPr>
            <a:r>
              <a:rPr lang="en-US">
                <a:latin typeface="Verdana" pitchFamily="34" charset="0"/>
              </a:rPr>
              <a:t>Copying and Pasting Attributes</a:t>
            </a:r>
          </a:p>
        </p:txBody>
      </p:sp>
      <p:sp>
        <p:nvSpPr>
          <p:cNvPr id="172035" name="Rectangle 3">
            <a:extLst>
              <a:ext uri="{FF2B5EF4-FFF2-40B4-BE49-F238E27FC236}">
                <a16:creationId xmlns:a16="http://schemas.microsoft.com/office/drawing/2014/main" id="{FD3E7A92-4348-4B78-826A-8AE704729E9E}"/>
              </a:ext>
            </a:extLst>
          </p:cNvPr>
          <p:cNvSpPr>
            <a:spLocks noGrp="1" noChangeArrowheads="1"/>
          </p:cNvSpPr>
          <p:nvPr>
            <p:ph type="body" idx="1"/>
          </p:nvPr>
        </p:nvSpPr>
        <p:spPr>
          <a:xfrm>
            <a:off x="381000" y="2327275"/>
            <a:ext cx="8229600" cy="4530725"/>
          </a:xfrm>
        </p:spPr>
        <p:txBody>
          <a:bodyPr/>
          <a:lstStyle/>
          <a:p>
            <a:pPr eaLnBrk="1" hangingPunct="1">
              <a:lnSpc>
                <a:spcPct val="90000"/>
              </a:lnSpc>
              <a:defRPr/>
            </a:pPr>
            <a:r>
              <a:rPr lang="en-US" sz="2800"/>
              <a:t>Select the feature in the attributes window you want to copy</a:t>
            </a:r>
          </a:p>
          <a:p>
            <a:pPr eaLnBrk="1" hangingPunct="1">
              <a:lnSpc>
                <a:spcPct val="90000"/>
              </a:lnSpc>
              <a:buFont typeface="Wingdings" panose="05000000000000000000" pitchFamily="2" charset="2"/>
              <a:buNone/>
              <a:defRPr/>
            </a:pPr>
            <a:endParaRPr lang="en-US" sz="2800"/>
          </a:p>
          <a:p>
            <a:pPr eaLnBrk="1" hangingPunct="1">
              <a:lnSpc>
                <a:spcPct val="90000"/>
              </a:lnSpc>
              <a:defRPr/>
            </a:pPr>
            <a:r>
              <a:rPr lang="en-US" sz="2800"/>
              <a:t>Right click and choose copy</a:t>
            </a:r>
          </a:p>
          <a:p>
            <a:pPr eaLnBrk="1" hangingPunct="1">
              <a:lnSpc>
                <a:spcPct val="90000"/>
              </a:lnSpc>
              <a:buFont typeface="Wingdings" panose="05000000000000000000" pitchFamily="2" charset="2"/>
              <a:buNone/>
              <a:defRPr/>
            </a:pPr>
            <a:endParaRPr lang="en-US" sz="2800"/>
          </a:p>
          <a:p>
            <a:pPr eaLnBrk="1" hangingPunct="1">
              <a:lnSpc>
                <a:spcPct val="90000"/>
              </a:lnSpc>
              <a:defRPr/>
            </a:pPr>
            <a:r>
              <a:rPr lang="en-US" sz="2800"/>
              <a:t>Choose the feature you want to copy to and right click and choose paste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24848E4-4264-4245-B9BC-EDECA29E0670}"/>
              </a:ext>
            </a:extLst>
          </p:cNvPr>
          <p:cNvSpPr>
            <a:spLocks noGrp="1" noChangeArrowheads="1"/>
          </p:cNvSpPr>
          <p:nvPr>
            <p:ph type="title"/>
          </p:nvPr>
        </p:nvSpPr>
        <p:spPr/>
        <p:txBody>
          <a:bodyPr/>
          <a:lstStyle/>
          <a:p>
            <a:pPr eaLnBrk="1" hangingPunct="1">
              <a:defRPr/>
            </a:pPr>
            <a:r>
              <a:rPr lang="en-US">
                <a:latin typeface="Verdana" pitchFamily="34" charset="0"/>
              </a:rPr>
              <a:t>Edit Tasks</a:t>
            </a:r>
          </a:p>
        </p:txBody>
      </p:sp>
      <p:sp>
        <p:nvSpPr>
          <p:cNvPr id="20483" name="Rectangle 3">
            <a:extLst>
              <a:ext uri="{FF2B5EF4-FFF2-40B4-BE49-F238E27FC236}">
                <a16:creationId xmlns:a16="http://schemas.microsoft.com/office/drawing/2014/main" id="{4F7E25A9-CAD8-4D58-88E9-64F015CE3A86}"/>
              </a:ext>
            </a:extLst>
          </p:cNvPr>
          <p:cNvSpPr>
            <a:spLocks noGrp="1" noChangeArrowheads="1"/>
          </p:cNvSpPr>
          <p:nvPr>
            <p:ph type="body" idx="1"/>
          </p:nvPr>
        </p:nvSpPr>
        <p:spPr/>
        <p:txBody>
          <a:bodyPr/>
          <a:lstStyle/>
          <a:p>
            <a:pPr eaLnBrk="1" hangingPunct="1">
              <a:lnSpc>
                <a:spcPct val="90000"/>
              </a:lnSpc>
              <a:defRPr/>
            </a:pPr>
            <a:r>
              <a:rPr lang="en-US"/>
              <a:t>Create Tasks</a:t>
            </a:r>
          </a:p>
          <a:p>
            <a:pPr eaLnBrk="1" hangingPunct="1">
              <a:lnSpc>
                <a:spcPct val="90000"/>
              </a:lnSpc>
              <a:defRPr/>
            </a:pPr>
            <a:r>
              <a:rPr lang="en-US"/>
              <a:t>Modify Tasks</a:t>
            </a:r>
          </a:p>
          <a:p>
            <a:pPr lvl="1" eaLnBrk="1" hangingPunct="1">
              <a:lnSpc>
                <a:spcPct val="90000"/>
              </a:lnSpc>
              <a:defRPr/>
            </a:pPr>
            <a:r>
              <a:rPr lang="en-US" sz="2400"/>
              <a:t>Reshaping – modify portion of the line</a:t>
            </a:r>
          </a:p>
          <a:p>
            <a:pPr lvl="1" eaLnBrk="1" hangingPunct="1">
              <a:lnSpc>
                <a:spcPct val="90000"/>
              </a:lnSpc>
              <a:defRPr/>
            </a:pPr>
            <a:r>
              <a:rPr lang="en-US" sz="2400"/>
              <a:t>Cut Polygon – split a polygon into two features</a:t>
            </a:r>
          </a:p>
          <a:p>
            <a:pPr lvl="1" eaLnBrk="1" hangingPunct="1">
              <a:lnSpc>
                <a:spcPct val="90000"/>
              </a:lnSpc>
              <a:defRPr/>
            </a:pPr>
            <a:r>
              <a:rPr lang="en-US" sz="2400"/>
              <a:t>Mirror features – Create a mirror image of a feature</a:t>
            </a:r>
          </a:p>
          <a:p>
            <a:pPr lvl="1" eaLnBrk="1" hangingPunct="1">
              <a:lnSpc>
                <a:spcPct val="90000"/>
              </a:lnSpc>
              <a:defRPr/>
            </a:pPr>
            <a:r>
              <a:rPr lang="en-US" sz="2400"/>
              <a:t>Extend/Trim – fix under and overshoots</a:t>
            </a:r>
          </a:p>
          <a:p>
            <a:pPr lvl="1" eaLnBrk="1" hangingPunct="1">
              <a:lnSpc>
                <a:spcPct val="90000"/>
              </a:lnSpc>
              <a:defRPr/>
            </a:pPr>
            <a:r>
              <a:rPr lang="en-US" sz="2400"/>
              <a:t>Modify – reshape a feature</a:t>
            </a:r>
          </a:p>
          <a:p>
            <a:pPr eaLnBrk="1" hangingPunct="1">
              <a:lnSpc>
                <a:spcPct val="90000"/>
              </a:lnSpc>
              <a:defRPr/>
            </a:pPr>
            <a:r>
              <a:rPr lang="en-US"/>
              <a:t>Topology</a:t>
            </a:r>
          </a:p>
          <a:p>
            <a:pPr lvl="1" eaLnBrk="1" hangingPunct="1">
              <a:lnSpc>
                <a:spcPct val="90000"/>
              </a:lnSpc>
              <a:defRPr/>
            </a:pPr>
            <a:r>
              <a:rPr lang="en-US" sz="2400"/>
              <a:t>Auto Complete polygon – Use existing polygons to finish sketch against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66CEF338-005A-434D-B21F-C97B87AFA773}"/>
              </a:ext>
            </a:extLst>
          </p:cNvPr>
          <p:cNvSpPr>
            <a:spLocks noGrp="1" noChangeArrowheads="1"/>
          </p:cNvSpPr>
          <p:nvPr>
            <p:ph type="title"/>
          </p:nvPr>
        </p:nvSpPr>
        <p:spPr/>
        <p:txBody>
          <a:bodyPr/>
          <a:lstStyle/>
          <a:p>
            <a:pPr eaLnBrk="1" hangingPunct="1">
              <a:defRPr/>
            </a:pPr>
            <a:r>
              <a:rPr lang="en-US">
                <a:latin typeface="Verdana" pitchFamily="34" charset="0"/>
              </a:rPr>
              <a:t>Reshape Feature Task</a:t>
            </a:r>
          </a:p>
        </p:txBody>
      </p:sp>
      <p:sp>
        <p:nvSpPr>
          <p:cNvPr id="177155" name="Rectangle 3">
            <a:extLst>
              <a:ext uri="{FF2B5EF4-FFF2-40B4-BE49-F238E27FC236}">
                <a16:creationId xmlns:a16="http://schemas.microsoft.com/office/drawing/2014/main" id="{3B22F0F1-5CF5-42C6-A644-1759879C9E6C}"/>
              </a:ext>
            </a:extLst>
          </p:cNvPr>
          <p:cNvSpPr>
            <a:spLocks noGrp="1" noChangeArrowheads="1"/>
          </p:cNvSpPr>
          <p:nvPr>
            <p:ph type="body" sz="half" idx="1"/>
          </p:nvPr>
        </p:nvSpPr>
        <p:spPr/>
        <p:txBody>
          <a:bodyPr/>
          <a:lstStyle/>
          <a:p>
            <a:pPr eaLnBrk="1" hangingPunct="1">
              <a:defRPr/>
            </a:pPr>
            <a:r>
              <a:rPr lang="en-US" sz="2800"/>
              <a:t>The Reshape Feature task lets you reshape a line or polygon by constructing a sketch over the feature. </a:t>
            </a:r>
          </a:p>
        </p:txBody>
      </p:sp>
      <p:grpSp>
        <p:nvGrpSpPr>
          <p:cNvPr id="41988" name="Group 16">
            <a:extLst>
              <a:ext uri="{FF2B5EF4-FFF2-40B4-BE49-F238E27FC236}">
                <a16:creationId xmlns:a16="http://schemas.microsoft.com/office/drawing/2014/main" id="{4475A8A9-8451-4DD3-99A9-B0873B7D5EC1}"/>
              </a:ext>
            </a:extLst>
          </p:cNvPr>
          <p:cNvGrpSpPr>
            <a:grpSpLocks/>
          </p:cNvGrpSpPr>
          <p:nvPr/>
        </p:nvGrpSpPr>
        <p:grpSpPr bwMode="auto">
          <a:xfrm>
            <a:off x="4953000" y="1981200"/>
            <a:ext cx="3657600" cy="3429000"/>
            <a:chOff x="3120" y="1248"/>
            <a:chExt cx="2304" cy="2160"/>
          </a:xfrm>
        </p:grpSpPr>
        <p:sp>
          <p:nvSpPr>
            <p:cNvPr id="41989" name="Rectangle 15">
              <a:extLst>
                <a:ext uri="{FF2B5EF4-FFF2-40B4-BE49-F238E27FC236}">
                  <a16:creationId xmlns:a16="http://schemas.microsoft.com/office/drawing/2014/main" id="{DBA019EC-FE6C-4C09-98D5-0761F9BEDD1D}"/>
                </a:ext>
              </a:extLst>
            </p:cNvPr>
            <p:cNvSpPr>
              <a:spLocks noChangeArrowheads="1"/>
            </p:cNvSpPr>
            <p:nvPr/>
          </p:nvSpPr>
          <p:spPr bwMode="auto">
            <a:xfrm>
              <a:off x="3120" y="1248"/>
              <a:ext cx="2304" cy="2160"/>
            </a:xfrm>
            <a:prstGeom prst="rect">
              <a:avLst/>
            </a:prstGeom>
            <a:solidFill>
              <a:schemeClr val="tx1"/>
            </a:solidFill>
            <a:ln>
              <a:noFill/>
            </a:ln>
            <a:effectLst/>
            <a:extLst>
              <a:ext uri="{91240B29-F687-4F45-9708-019B960494DF}">
                <a14:hiddenLine xmlns:a14="http://schemas.microsoft.com/office/drawing/2010/main" w="31750">
                  <a:solidFill>
                    <a:srgbClr val="DB03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graphicFrame>
          <p:nvGraphicFramePr>
            <p:cNvPr id="41990" name="Object 10">
              <a:extLst>
                <a:ext uri="{FF2B5EF4-FFF2-40B4-BE49-F238E27FC236}">
                  <a16:creationId xmlns:a16="http://schemas.microsoft.com/office/drawing/2014/main" id="{4E7EA3BC-B7FB-4356-90E7-ECDB10E68912}"/>
                </a:ext>
              </a:extLst>
            </p:cNvPr>
            <p:cNvGraphicFramePr>
              <a:graphicFrameLocks noChangeAspect="1"/>
            </p:cNvGraphicFramePr>
            <p:nvPr/>
          </p:nvGraphicFramePr>
          <p:xfrm>
            <a:off x="3438" y="1316"/>
            <a:ext cx="1524" cy="762"/>
          </p:xfrm>
          <a:graphic>
            <a:graphicData uri="http://schemas.openxmlformats.org/presentationml/2006/ole">
              <mc:AlternateContent xmlns:mc="http://schemas.openxmlformats.org/markup-compatibility/2006">
                <mc:Choice xmlns:v="urn:schemas-microsoft-com:vml" Requires="v">
                  <p:oleObj spid="_x0000_s42041" name="Bitmap Image" r:id="rId3" imgW="2419048" imgH="1209524" progId="Paint.Picture">
                    <p:embed/>
                  </p:oleObj>
                </mc:Choice>
                <mc:Fallback>
                  <p:oleObj name="Bitmap Image" r:id="rId3" imgW="2419048" imgH="1209524" progId="Paint.Picture">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 y="1316"/>
                          <a:ext cx="1524" cy="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DB03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1" name="Object 12">
              <a:extLst>
                <a:ext uri="{FF2B5EF4-FFF2-40B4-BE49-F238E27FC236}">
                  <a16:creationId xmlns:a16="http://schemas.microsoft.com/office/drawing/2014/main" id="{43519FA0-1E59-40D0-B093-764C8FDDBB9C}"/>
                </a:ext>
              </a:extLst>
            </p:cNvPr>
            <p:cNvGraphicFramePr>
              <a:graphicFrameLocks noChangeAspect="1"/>
            </p:cNvGraphicFramePr>
            <p:nvPr/>
          </p:nvGraphicFramePr>
          <p:xfrm>
            <a:off x="3408" y="2064"/>
            <a:ext cx="1524" cy="762"/>
          </p:xfrm>
          <a:graphic>
            <a:graphicData uri="http://schemas.openxmlformats.org/presentationml/2006/ole">
              <mc:AlternateContent xmlns:mc="http://schemas.openxmlformats.org/markup-compatibility/2006">
                <mc:Choice xmlns:v="urn:schemas-microsoft-com:vml" Requires="v">
                  <p:oleObj spid="_x0000_s42042" name="Bitmap Image" r:id="rId5" imgW="2419048" imgH="1209524" progId="Paint.Picture">
                    <p:embed/>
                  </p:oleObj>
                </mc:Choice>
                <mc:Fallback>
                  <p:oleObj name="Bitmap Image" r:id="rId5" imgW="2419048" imgH="1209524" progId="Paint.Picture">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2064"/>
                          <a:ext cx="1524" cy="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DB03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2" name="Object 14">
              <a:extLst>
                <a:ext uri="{FF2B5EF4-FFF2-40B4-BE49-F238E27FC236}">
                  <a16:creationId xmlns:a16="http://schemas.microsoft.com/office/drawing/2014/main" id="{A82E8DD7-7FD0-49F1-81A9-4A0623D6EC03}"/>
                </a:ext>
              </a:extLst>
            </p:cNvPr>
            <p:cNvGraphicFramePr>
              <a:graphicFrameLocks noChangeAspect="1"/>
            </p:cNvGraphicFramePr>
            <p:nvPr/>
          </p:nvGraphicFramePr>
          <p:xfrm>
            <a:off x="3216" y="2880"/>
            <a:ext cx="2106" cy="414"/>
          </p:xfrm>
          <a:graphic>
            <a:graphicData uri="http://schemas.openxmlformats.org/presentationml/2006/ole">
              <mc:AlternateContent xmlns:mc="http://schemas.openxmlformats.org/markup-compatibility/2006">
                <mc:Choice xmlns:v="urn:schemas-microsoft-com:vml" Requires="v">
                  <p:oleObj spid="_x0000_s42043" name="Bitmap Image" r:id="rId7" imgW="3343742" imgH="657317" progId="Paint.Picture">
                    <p:embed/>
                  </p:oleObj>
                </mc:Choice>
                <mc:Fallback>
                  <p:oleObj name="Bitmap Image" r:id="rId7" imgW="3343742" imgH="657317" progId="Paint.Picture">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6" y="2880"/>
                          <a:ext cx="2106" cy="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DB03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648D5620-D5AC-4437-84FD-A90D48DED819}"/>
              </a:ext>
            </a:extLst>
          </p:cNvPr>
          <p:cNvSpPr>
            <a:spLocks noGrp="1" noChangeArrowheads="1"/>
          </p:cNvSpPr>
          <p:nvPr>
            <p:ph type="title"/>
          </p:nvPr>
        </p:nvSpPr>
        <p:spPr/>
        <p:txBody>
          <a:bodyPr/>
          <a:lstStyle/>
          <a:p>
            <a:pPr eaLnBrk="1" hangingPunct="1">
              <a:defRPr/>
            </a:pPr>
            <a:r>
              <a:rPr lang="en-US">
                <a:latin typeface="Verdana" pitchFamily="34" charset="0"/>
              </a:rPr>
              <a:t>Cut Polygon Task</a:t>
            </a:r>
          </a:p>
        </p:txBody>
      </p:sp>
      <p:sp>
        <p:nvSpPr>
          <p:cNvPr id="180227" name="Rectangle 3">
            <a:extLst>
              <a:ext uri="{FF2B5EF4-FFF2-40B4-BE49-F238E27FC236}">
                <a16:creationId xmlns:a16="http://schemas.microsoft.com/office/drawing/2014/main" id="{7BDF7DD5-40EC-43D1-B6E0-792F618AF27A}"/>
              </a:ext>
            </a:extLst>
          </p:cNvPr>
          <p:cNvSpPr>
            <a:spLocks noGrp="1" noChangeArrowheads="1"/>
          </p:cNvSpPr>
          <p:nvPr>
            <p:ph type="body" sz="half" idx="1"/>
          </p:nvPr>
        </p:nvSpPr>
        <p:spPr>
          <a:xfrm>
            <a:off x="457200" y="1600200"/>
            <a:ext cx="8382000" cy="2667000"/>
          </a:xfrm>
        </p:spPr>
        <p:txBody>
          <a:bodyPr/>
          <a:lstStyle/>
          <a:p>
            <a:pPr eaLnBrk="1" hangingPunct="1">
              <a:defRPr/>
            </a:pPr>
            <a:r>
              <a:rPr lang="en-US" sz="2800"/>
              <a:t>Splits a polygon into two features by sketching across it</a:t>
            </a:r>
          </a:p>
          <a:p>
            <a:pPr eaLnBrk="1" hangingPunct="1">
              <a:defRPr/>
            </a:pPr>
            <a:r>
              <a:rPr lang="en-US" sz="2800"/>
              <a:t>Must start and finish sketch outside the polygon or snapped to its edge</a:t>
            </a:r>
          </a:p>
        </p:txBody>
      </p:sp>
      <p:graphicFrame>
        <p:nvGraphicFramePr>
          <p:cNvPr id="43012" name="Object 10">
            <a:extLst>
              <a:ext uri="{FF2B5EF4-FFF2-40B4-BE49-F238E27FC236}">
                <a16:creationId xmlns:a16="http://schemas.microsoft.com/office/drawing/2014/main" id="{E0CD4F66-FB18-4417-BAD6-C490587CC904}"/>
              </a:ext>
            </a:extLst>
          </p:cNvPr>
          <p:cNvGraphicFramePr>
            <a:graphicFrameLocks noGrp="1" noChangeAspect="1"/>
          </p:cNvGraphicFramePr>
          <p:nvPr>
            <p:ph sz="half" idx="2"/>
          </p:nvPr>
        </p:nvGraphicFramePr>
        <p:xfrm>
          <a:off x="3200400" y="4648200"/>
          <a:ext cx="3114675" cy="1428750"/>
        </p:xfrm>
        <a:graphic>
          <a:graphicData uri="http://schemas.openxmlformats.org/presentationml/2006/ole">
            <mc:AlternateContent xmlns:mc="http://schemas.openxmlformats.org/markup-compatibility/2006">
              <mc:Choice xmlns:v="urn:schemas-microsoft-com:vml" Requires="v">
                <p:oleObj spid="_x0000_s43029" name="Bitmap Image" r:id="rId3" imgW="3115110" imgH="1428949" progId="Paint.Picture">
                  <p:embed/>
                </p:oleObj>
              </mc:Choice>
              <mc:Fallback>
                <p:oleObj name="Bitmap Image" r:id="rId3" imgW="3115110" imgH="1428949" progId="Paint.Picture">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648200"/>
                        <a:ext cx="3114675"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44330BDA-0F16-4C6E-BCCD-8C623A93C410}"/>
              </a:ext>
            </a:extLst>
          </p:cNvPr>
          <p:cNvSpPr>
            <a:spLocks noGrp="1" noChangeArrowheads="1"/>
          </p:cNvSpPr>
          <p:nvPr>
            <p:ph type="title"/>
          </p:nvPr>
        </p:nvSpPr>
        <p:spPr/>
        <p:txBody>
          <a:bodyPr/>
          <a:lstStyle/>
          <a:p>
            <a:pPr eaLnBrk="1" hangingPunct="1">
              <a:defRPr/>
            </a:pPr>
            <a:r>
              <a:rPr lang="en-US">
                <a:latin typeface="Verdana" pitchFamily="34" charset="0"/>
              </a:rPr>
              <a:t>Mirror Features Task</a:t>
            </a:r>
          </a:p>
        </p:txBody>
      </p:sp>
      <p:sp>
        <p:nvSpPr>
          <p:cNvPr id="182275" name="Rectangle 3">
            <a:extLst>
              <a:ext uri="{FF2B5EF4-FFF2-40B4-BE49-F238E27FC236}">
                <a16:creationId xmlns:a16="http://schemas.microsoft.com/office/drawing/2014/main" id="{7BEAA0FF-F6EE-4F99-812A-FF106406A4BB}"/>
              </a:ext>
            </a:extLst>
          </p:cNvPr>
          <p:cNvSpPr>
            <a:spLocks noGrp="1" noChangeArrowheads="1"/>
          </p:cNvSpPr>
          <p:nvPr>
            <p:ph type="body" sz="half" idx="1"/>
          </p:nvPr>
        </p:nvSpPr>
        <p:spPr>
          <a:xfrm>
            <a:off x="457200" y="1600200"/>
            <a:ext cx="8229600" cy="2590800"/>
          </a:xfrm>
        </p:spPr>
        <p:txBody>
          <a:bodyPr/>
          <a:lstStyle/>
          <a:p>
            <a:pPr eaLnBrk="1" hangingPunct="1">
              <a:defRPr/>
            </a:pPr>
            <a:r>
              <a:rPr lang="en-US" sz="2800"/>
              <a:t>The Mirror task creates a mirror image of selected features on the other side of a line you create</a:t>
            </a:r>
          </a:p>
          <a:p>
            <a:pPr eaLnBrk="1" hangingPunct="1">
              <a:defRPr/>
            </a:pPr>
            <a:r>
              <a:rPr lang="en-US" sz="2800"/>
              <a:t>Select your feature then draw a mirroring line.</a:t>
            </a:r>
          </a:p>
        </p:txBody>
      </p:sp>
      <p:graphicFrame>
        <p:nvGraphicFramePr>
          <p:cNvPr id="44036" name="Object 4">
            <a:extLst>
              <a:ext uri="{FF2B5EF4-FFF2-40B4-BE49-F238E27FC236}">
                <a16:creationId xmlns:a16="http://schemas.microsoft.com/office/drawing/2014/main" id="{B4D40321-5254-4D2E-818D-82D18D7DCC1B}"/>
              </a:ext>
            </a:extLst>
          </p:cNvPr>
          <p:cNvGraphicFramePr>
            <a:graphicFrameLocks noGrp="1" noChangeAspect="1"/>
          </p:cNvGraphicFramePr>
          <p:nvPr>
            <p:ph sz="half" idx="2"/>
          </p:nvPr>
        </p:nvGraphicFramePr>
        <p:xfrm>
          <a:off x="4191000" y="3962400"/>
          <a:ext cx="2847975" cy="2146300"/>
        </p:xfrm>
        <a:graphic>
          <a:graphicData uri="http://schemas.openxmlformats.org/presentationml/2006/ole">
            <mc:AlternateContent xmlns:mc="http://schemas.openxmlformats.org/markup-compatibility/2006">
              <mc:Choice xmlns:v="urn:schemas-microsoft-com:vml" Requires="v">
                <p:oleObj spid="_x0000_s44053" name="Bitmap Image" r:id="rId3" imgW="2010056" imgH="1514686" progId="Paint.Picture">
                  <p:embed/>
                </p:oleObj>
              </mc:Choice>
              <mc:Fallback>
                <p:oleObj name="Bitmap Image" r:id="rId3" imgW="2010056" imgH="1514686"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3962400"/>
                        <a:ext cx="2847975" cy="214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E9775B86-704E-4D98-BCD0-AE2717149341}"/>
              </a:ext>
            </a:extLst>
          </p:cNvPr>
          <p:cNvSpPr>
            <a:spLocks noGrp="1" noChangeArrowheads="1"/>
          </p:cNvSpPr>
          <p:nvPr>
            <p:ph type="title"/>
          </p:nvPr>
        </p:nvSpPr>
        <p:spPr/>
        <p:txBody>
          <a:bodyPr/>
          <a:lstStyle/>
          <a:p>
            <a:pPr eaLnBrk="1" hangingPunct="1">
              <a:defRPr/>
            </a:pPr>
            <a:r>
              <a:rPr lang="en-US">
                <a:latin typeface="Verdana" pitchFamily="34" charset="0"/>
              </a:rPr>
              <a:t>Extend/Trim Features Task</a:t>
            </a:r>
          </a:p>
        </p:txBody>
      </p:sp>
      <p:sp>
        <p:nvSpPr>
          <p:cNvPr id="184323" name="Rectangle 3">
            <a:extLst>
              <a:ext uri="{FF2B5EF4-FFF2-40B4-BE49-F238E27FC236}">
                <a16:creationId xmlns:a16="http://schemas.microsoft.com/office/drawing/2014/main" id="{1FE60842-B4FC-4536-A4B6-51616D66BEA3}"/>
              </a:ext>
            </a:extLst>
          </p:cNvPr>
          <p:cNvSpPr>
            <a:spLocks noGrp="1" noChangeArrowheads="1"/>
          </p:cNvSpPr>
          <p:nvPr>
            <p:ph type="body" sz="half" idx="1"/>
          </p:nvPr>
        </p:nvSpPr>
        <p:spPr/>
        <p:txBody>
          <a:bodyPr/>
          <a:lstStyle/>
          <a:p>
            <a:pPr eaLnBrk="1" hangingPunct="1">
              <a:defRPr/>
            </a:pPr>
            <a:r>
              <a:rPr lang="en-US" sz="2800"/>
              <a:t>The Trim/Extend command reduces/extends the length of a line sketch you specify from the last vertex. </a:t>
            </a:r>
          </a:p>
          <a:p>
            <a:pPr eaLnBrk="1" hangingPunct="1">
              <a:defRPr/>
            </a:pPr>
            <a:endParaRPr lang="en-US" sz="2800"/>
          </a:p>
        </p:txBody>
      </p:sp>
      <p:graphicFrame>
        <p:nvGraphicFramePr>
          <p:cNvPr id="45060" name="Object 4">
            <a:extLst>
              <a:ext uri="{FF2B5EF4-FFF2-40B4-BE49-F238E27FC236}">
                <a16:creationId xmlns:a16="http://schemas.microsoft.com/office/drawing/2014/main" id="{69F7DD71-B28A-44DC-903F-3A40133E3C32}"/>
              </a:ext>
            </a:extLst>
          </p:cNvPr>
          <p:cNvGraphicFramePr>
            <a:graphicFrameLocks noGrp="1" noChangeAspect="1"/>
          </p:cNvGraphicFramePr>
          <p:nvPr>
            <p:ph sz="quarter" idx="2"/>
          </p:nvPr>
        </p:nvGraphicFramePr>
        <p:xfrm>
          <a:off x="5861050" y="1600200"/>
          <a:ext cx="1612900" cy="2189163"/>
        </p:xfrm>
        <a:graphic>
          <a:graphicData uri="http://schemas.openxmlformats.org/presentationml/2006/ole">
            <mc:AlternateContent xmlns:mc="http://schemas.openxmlformats.org/markup-compatibility/2006">
              <mc:Choice xmlns:v="urn:schemas-microsoft-com:vml" Requires="v">
                <p:oleObj spid="_x0000_s45094" name="Bitmap Image" r:id="rId3" imgW="2580952" imgH="3505689" progId="Paint.Picture">
                  <p:embed/>
                </p:oleObj>
              </mc:Choice>
              <mc:Fallback>
                <p:oleObj name="Bitmap Image" r:id="rId3" imgW="2580952" imgH="3505689"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1050" y="1600200"/>
                        <a:ext cx="1612900"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1" name="Object 6">
            <a:extLst>
              <a:ext uri="{FF2B5EF4-FFF2-40B4-BE49-F238E27FC236}">
                <a16:creationId xmlns:a16="http://schemas.microsoft.com/office/drawing/2014/main" id="{163C5B0A-12CA-4062-9531-E496E6109069}"/>
              </a:ext>
            </a:extLst>
          </p:cNvPr>
          <p:cNvGraphicFramePr>
            <a:graphicFrameLocks noGrp="1" noChangeAspect="1"/>
          </p:cNvGraphicFramePr>
          <p:nvPr>
            <p:ph sz="quarter" idx="3"/>
          </p:nvPr>
        </p:nvGraphicFramePr>
        <p:xfrm>
          <a:off x="4648200" y="4173538"/>
          <a:ext cx="4038600" cy="1724025"/>
        </p:xfrm>
        <a:graphic>
          <a:graphicData uri="http://schemas.openxmlformats.org/presentationml/2006/ole">
            <mc:AlternateContent xmlns:mc="http://schemas.openxmlformats.org/markup-compatibility/2006">
              <mc:Choice xmlns:v="urn:schemas-microsoft-com:vml" Requires="v">
                <p:oleObj spid="_x0000_s45095" name="Bitmap Image" r:id="rId5" imgW="5087060" imgH="2172003" progId="Paint.Picture">
                  <p:embed/>
                </p:oleObj>
              </mc:Choice>
              <mc:Fallback>
                <p:oleObj name="Bitmap Image" r:id="rId5" imgW="5087060" imgH="2172003" progId="Paint.Picture">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4173538"/>
                        <a:ext cx="403860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463E0507-E134-488A-BBA2-F6FE786CC597}"/>
              </a:ext>
            </a:extLst>
          </p:cNvPr>
          <p:cNvSpPr>
            <a:spLocks noGrp="1" noChangeArrowheads="1"/>
          </p:cNvSpPr>
          <p:nvPr>
            <p:ph type="title"/>
          </p:nvPr>
        </p:nvSpPr>
        <p:spPr/>
        <p:txBody>
          <a:bodyPr/>
          <a:lstStyle/>
          <a:p>
            <a:pPr eaLnBrk="1" hangingPunct="1">
              <a:defRPr/>
            </a:pPr>
            <a:r>
              <a:rPr lang="en-US" sz="4000">
                <a:latin typeface="Verdana" pitchFamily="34" charset="0"/>
              </a:rPr>
              <a:t>Auto Complete Polygon Task</a:t>
            </a:r>
          </a:p>
        </p:txBody>
      </p:sp>
      <p:sp>
        <p:nvSpPr>
          <p:cNvPr id="187395" name="Rectangle 3">
            <a:extLst>
              <a:ext uri="{FF2B5EF4-FFF2-40B4-BE49-F238E27FC236}">
                <a16:creationId xmlns:a16="http://schemas.microsoft.com/office/drawing/2014/main" id="{3A403682-B722-47F3-8540-93522F1688C8}"/>
              </a:ext>
            </a:extLst>
          </p:cNvPr>
          <p:cNvSpPr>
            <a:spLocks noGrp="1" noChangeArrowheads="1"/>
          </p:cNvSpPr>
          <p:nvPr>
            <p:ph type="body" sz="half" idx="1"/>
          </p:nvPr>
        </p:nvSpPr>
        <p:spPr/>
        <p:txBody>
          <a:bodyPr/>
          <a:lstStyle/>
          <a:p>
            <a:pPr eaLnBrk="1" hangingPunct="1">
              <a:lnSpc>
                <a:spcPct val="90000"/>
              </a:lnSpc>
              <a:defRPr/>
            </a:pPr>
            <a:r>
              <a:rPr lang="en-US" sz="2400"/>
              <a:t>Starting from the boundary of an existing polygon, use the Sketch tool to digitize a boundary of the new polygon that will share a boundary with the existing polygon. </a:t>
            </a:r>
          </a:p>
          <a:p>
            <a:pPr eaLnBrk="1" hangingPunct="1">
              <a:lnSpc>
                <a:spcPct val="90000"/>
              </a:lnSpc>
              <a:defRPr/>
            </a:pPr>
            <a:r>
              <a:rPr lang="en-US" sz="2400"/>
              <a:t>To finish the sketch just snap inside the existing polygon. </a:t>
            </a:r>
          </a:p>
        </p:txBody>
      </p:sp>
      <p:graphicFrame>
        <p:nvGraphicFramePr>
          <p:cNvPr id="46084" name="Object 4">
            <a:extLst>
              <a:ext uri="{FF2B5EF4-FFF2-40B4-BE49-F238E27FC236}">
                <a16:creationId xmlns:a16="http://schemas.microsoft.com/office/drawing/2014/main" id="{178E64BA-7984-455C-A56E-0B028F6F6856}"/>
              </a:ext>
            </a:extLst>
          </p:cNvPr>
          <p:cNvGraphicFramePr>
            <a:graphicFrameLocks noGrp="1" noChangeAspect="1"/>
          </p:cNvGraphicFramePr>
          <p:nvPr>
            <p:ph sz="quarter" idx="2"/>
          </p:nvPr>
        </p:nvGraphicFramePr>
        <p:xfrm>
          <a:off x="5591175" y="1600200"/>
          <a:ext cx="2152650" cy="2189163"/>
        </p:xfrm>
        <a:graphic>
          <a:graphicData uri="http://schemas.openxmlformats.org/presentationml/2006/ole">
            <mc:AlternateContent xmlns:mc="http://schemas.openxmlformats.org/markup-compatibility/2006">
              <mc:Choice xmlns:v="urn:schemas-microsoft-com:vml" Requires="v">
                <p:oleObj spid="_x0000_s46118" name="Bitmap Image" r:id="rId3" imgW="4428571" imgH="4505954" progId="Paint.Picture">
                  <p:embed/>
                </p:oleObj>
              </mc:Choice>
              <mc:Fallback>
                <p:oleObj name="Bitmap Image" r:id="rId3" imgW="4428571" imgH="4505954"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175" y="1600200"/>
                        <a:ext cx="2152650"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5" name="Object 6">
            <a:extLst>
              <a:ext uri="{FF2B5EF4-FFF2-40B4-BE49-F238E27FC236}">
                <a16:creationId xmlns:a16="http://schemas.microsoft.com/office/drawing/2014/main" id="{27C04FBE-B6E2-4638-A394-4FDF46EC3D9F}"/>
              </a:ext>
            </a:extLst>
          </p:cNvPr>
          <p:cNvGraphicFramePr>
            <a:graphicFrameLocks noGrp="1" noChangeAspect="1"/>
          </p:cNvGraphicFramePr>
          <p:nvPr>
            <p:ph sz="quarter" idx="3"/>
          </p:nvPr>
        </p:nvGraphicFramePr>
        <p:xfrm>
          <a:off x="5638800" y="3941763"/>
          <a:ext cx="2133600" cy="2189162"/>
        </p:xfrm>
        <a:graphic>
          <a:graphicData uri="http://schemas.openxmlformats.org/presentationml/2006/ole">
            <mc:AlternateContent xmlns:mc="http://schemas.openxmlformats.org/markup-compatibility/2006">
              <mc:Choice xmlns:v="urn:schemas-microsoft-com:vml" Requires="v">
                <p:oleObj spid="_x0000_s46119" name="Bitmap Image" r:id="rId5" imgW="3914286" imgH="4629796" progId="Paint.Picture">
                  <p:embed/>
                </p:oleObj>
              </mc:Choice>
              <mc:Fallback>
                <p:oleObj name="Bitmap Image" r:id="rId5" imgW="3914286" imgH="4629796" progId="Paint.Picture">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941763"/>
                        <a:ext cx="2133600" cy="218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DFFCEBE-35C6-4E0B-AA15-68E6CE121873}"/>
              </a:ext>
            </a:extLst>
          </p:cNvPr>
          <p:cNvSpPr>
            <a:spLocks noGrp="1" noChangeArrowheads="1"/>
          </p:cNvSpPr>
          <p:nvPr>
            <p:ph type="title"/>
          </p:nvPr>
        </p:nvSpPr>
        <p:spPr>
          <a:xfrm>
            <a:off x="457200" y="277813"/>
            <a:ext cx="8229600" cy="1017587"/>
          </a:xfrm>
        </p:spPr>
        <p:txBody>
          <a:bodyPr/>
          <a:lstStyle/>
          <a:p>
            <a:pPr eaLnBrk="1" hangingPunct="1">
              <a:defRPr/>
            </a:pPr>
            <a:r>
              <a:rPr lang="en-US">
                <a:latin typeface="Verdana" pitchFamily="34" charset="0"/>
              </a:rPr>
              <a:t>Advanced Editing Toolbar</a:t>
            </a:r>
          </a:p>
        </p:txBody>
      </p:sp>
      <p:pic>
        <p:nvPicPr>
          <p:cNvPr id="47107" name="Picture 4">
            <a:extLst>
              <a:ext uri="{FF2B5EF4-FFF2-40B4-BE49-F238E27FC236}">
                <a16:creationId xmlns:a16="http://schemas.microsoft.com/office/drawing/2014/main" id="{6E3972CB-5149-41E3-A7BD-72286A0850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877"/>
          <a:stretch>
            <a:fillRect/>
          </a:stretch>
        </p:blipFill>
        <p:spPr bwMode="auto">
          <a:xfrm>
            <a:off x="457200" y="1143000"/>
            <a:ext cx="7924800" cy="553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ADF56D8F-BAB6-4A5E-98EC-D532BA24B5A8}"/>
              </a:ext>
            </a:extLst>
          </p:cNvPr>
          <p:cNvSpPr>
            <a:spLocks noGrp="1" noChangeArrowheads="1"/>
          </p:cNvSpPr>
          <p:nvPr>
            <p:ph type="title"/>
          </p:nvPr>
        </p:nvSpPr>
        <p:spPr/>
        <p:txBody>
          <a:bodyPr/>
          <a:lstStyle/>
          <a:p>
            <a:pPr eaLnBrk="1" hangingPunct="1">
              <a:defRPr/>
            </a:pPr>
            <a:r>
              <a:rPr lang="en-US">
                <a:latin typeface="Verdana" pitchFamily="34" charset="0"/>
              </a:rPr>
              <a:t>Fillet Tool</a:t>
            </a:r>
          </a:p>
        </p:txBody>
      </p:sp>
      <p:sp>
        <p:nvSpPr>
          <p:cNvPr id="156675" name="Rectangle 3">
            <a:extLst>
              <a:ext uri="{FF2B5EF4-FFF2-40B4-BE49-F238E27FC236}">
                <a16:creationId xmlns:a16="http://schemas.microsoft.com/office/drawing/2014/main" id="{B435089C-BCA2-4884-B736-5E57CD1B8A1F}"/>
              </a:ext>
            </a:extLst>
          </p:cNvPr>
          <p:cNvSpPr>
            <a:spLocks noGrp="1" noChangeArrowheads="1"/>
          </p:cNvSpPr>
          <p:nvPr>
            <p:ph type="body" sz="half" idx="1"/>
          </p:nvPr>
        </p:nvSpPr>
        <p:spPr>
          <a:xfrm>
            <a:off x="457200" y="1600200"/>
            <a:ext cx="4419600" cy="4530725"/>
          </a:xfrm>
        </p:spPr>
        <p:txBody>
          <a:bodyPr/>
          <a:lstStyle/>
          <a:p>
            <a:pPr eaLnBrk="1" hangingPunct="1">
              <a:defRPr/>
            </a:pPr>
            <a:r>
              <a:rPr lang="en-US" sz="2800"/>
              <a:t>Creates a circular to two line segments from the original feature</a:t>
            </a:r>
          </a:p>
          <a:p>
            <a:pPr eaLnBrk="1" hangingPunct="1">
              <a:defRPr/>
            </a:pPr>
            <a:r>
              <a:rPr lang="en-US" sz="2800"/>
              <a:t>The curve is constructed using a radius through tangent points to define the curve</a:t>
            </a:r>
          </a:p>
        </p:txBody>
      </p:sp>
      <p:pic>
        <p:nvPicPr>
          <p:cNvPr id="48132" name="Picture 5">
            <a:extLst>
              <a:ext uri="{FF2B5EF4-FFF2-40B4-BE49-F238E27FC236}">
                <a16:creationId xmlns:a16="http://schemas.microsoft.com/office/drawing/2014/main" id="{7DCC0B10-663B-43E2-9C66-624A83D7C913}"/>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486400" y="4876800"/>
            <a:ext cx="2714625" cy="1390650"/>
          </a:xfrm>
          <a:noFill/>
          <a:extLs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Lst>
        </p:spPr>
      </p:pic>
      <p:pic>
        <p:nvPicPr>
          <p:cNvPr id="48133" name="Picture 4">
            <a:extLst>
              <a:ext uri="{FF2B5EF4-FFF2-40B4-BE49-F238E27FC236}">
                <a16:creationId xmlns:a16="http://schemas.microsoft.com/office/drawing/2014/main" id="{3B4AECBE-F93E-474D-938C-879940B37C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609600"/>
            <a:ext cx="533400"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7">
            <a:extLst>
              <a:ext uri="{FF2B5EF4-FFF2-40B4-BE49-F238E27FC236}">
                <a16:creationId xmlns:a16="http://schemas.microsoft.com/office/drawing/2014/main" id="{1892ED0A-A0FF-46A9-BBC3-9B86A75A9CD7}"/>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l="4311" t="29787" r="37494" b="27660"/>
          <a:stretch>
            <a:fillRect/>
          </a:stretch>
        </p:blipFill>
        <p:spPr>
          <a:xfrm>
            <a:off x="5029200" y="1905000"/>
            <a:ext cx="3352800" cy="2482850"/>
          </a:xfrm>
          <a:noFill/>
          <a:extLs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4FFD0C79-DF76-435B-AD65-5DFC0C1BC41A}"/>
              </a:ext>
            </a:extLst>
          </p:cNvPr>
          <p:cNvSpPr>
            <a:spLocks noGrp="1" noChangeArrowheads="1"/>
          </p:cNvSpPr>
          <p:nvPr>
            <p:ph type="title"/>
          </p:nvPr>
        </p:nvSpPr>
        <p:spPr/>
        <p:txBody>
          <a:bodyPr/>
          <a:lstStyle/>
          <a:p>
            <a:pPr eaLnBrk="1" hangingPunct="1">
              <a:defRPr/>
            </a:pPr>
            <a:r>
              <a:rPr lang="en-US">
                <a:latin typeface="Verdana" pitchFamily="34" charset="0"/>
              </a:rPr>
              <a:t>Extend/Trim Tool</a:t>
            </a:r>
          </a:p>
        </p:txBody>
      </p:sp>
      <p:sp>
        <p:nvSpPr>
          <p:cNvPr id="121862" name="Rectangle 6">
            <a:extLst>
              <a:ext uri="{FF2B5EF4-FFF2-40B4-BE49-F238E27FC236}">
                <a16:creationId xmlns:a16="http://schemas.microsoft.com/office/drawing/2014/main" id="{9E16FDC3-D9D0-4C28-A93B-843020D65857}"/>
              </a:ext>
            </a:extLst>
          </p:cNvPr>
          <p:cNvSpPr>
            <a:spLocks noGrp="1" noChangeArrowheads="1"/>
          </p:cNvSpPr>
          <p:nvPr>
            <p:ph type="body" sz="half" idx="1"/>
          </p:nvPr>
        </p:nvSpPr>
        <p:spPr/>
        <p:txBody>
          <a:bodyPr/>
          <a:lstStyle/>
          <a:p>
            <a:pPr eaLnBrk="1" hangingPunct="1">
              <a:defRPr/>
            </a:pPr>
            <a:r>
              <a:rPr lang="en-US" sz="2800"/>
              <a:t>Extends lines until they touch selected lines</a:t>
            </a:r>
          </a:p>
          <a:p>
            <a:pPr eaLnBrk="1" hangingPunct="1">
              <a:defRPr/>
            </a:pPr>
            <a:r>
              <a:rPr lang="en-US" sz="2800"/>
              <a:t>Select feature you want lines to extend to</a:t>
            </a:r>
          </a:p>
          <a:p>
            <a:pPr eaLnBrk="1" hangingPunct="1">
              <a:defRPr/>
            </a:pPr>
            <a:r>
              <a:rPr lang="en-US" sz="2800"/>
              <a:t>Then click lines you want to extend</a:t>
            </a:r>
          </a:p>
        </p:txBody>
      </p:sp>
      <p:sp>
        <p:nvSpPr>
          <p:cNvPr id="121869" name="Rectangle 13">
            <a:extLst>
              <a:ext uri="{FF2B5EF4-FFF2-40B4-BE49-F238E27FC236}">
                <a16:creationId xmlns:a16="http://schemas.microsoft.com/office/drawing/2014/main" id="{A3914FAC-2531-4D9C-A78F-56932EAA1189}"/>
              </a:ext>
            </a:extLst>
          </p:cNvPr>
          <p:cNvSpPr>
            <a:spLocks noChangeArrowheads="1"/>
          </p:cNvSpPr>
          <p:nvPr/>
        </p:nvSpPr>
        <p:spPr bwMode="auto">
          <a:xfrm>
            <a:off x="4800600" y="1600200"/>
            <a:ext cx="4038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spcBef>
                <a:spcPct val="20000"/>
              </a:spcBef>
              <a:buClr>
                <a:schemeClr val="hlink"/>
              </a:buClr>
              <a:buSzPct val="60000"/>
              <a:buFont typeface="Wingdings" pitchFamily="2" charset="2"/>
              <a:buChar char="n"/>
              <a:defRPr/>
            </a:pPr>
            <a:r>
              <a:rPr lang="en-US" sz="2800">
                <a:effectLst>
                  <a:outerShdw blurRad="38100" dist="38100" dir="2700000" algn="tl">
                    <a:srgbClr val="000000"/>
                  </a:outerShdw>
                </a:effectLst>
              </a:rPr>
              <a:t>Trims the intersecting portions of lines</a:t>
            </a:r>
          </a:p>
          <a:p>
            <a:pPr marL="342900" indent="-342900" eaLnBrk="1" hangingPunct="1">
              <a:spcBef>
                <a:spcPct val="20000"/>
              </a:spcBef>
              <a:buClr>
                <a:schemeClr val="hlink"/>
              </a:buClr>
              <a:buSzPct val="60000"/>
              <a:buFont typeface="Wingdings" pitchFamily="2" charset="2"/>
              <a:buChar char="n"/>
              <a:defRPr/>
            </a:pPr>
            <a:endParaRPr lang="en-US" sz="2800">
              <a:effectLst>
                <a:outerShdw blurRad="38100" dist="38100" dir="2700000" algn="tl">
                  <a:srgbClr val="000000"/>
                </a:outerShdw>
              </a:effectLst>
            </a:endParaRPr>
          </a:p>
          <a:p>
            <a:pPr marL="342900" indent="-342900" eaLnBrk="1" hangingPunct="1">
              <a:spcBef>
                <a:spcPct val="20000"/>
              </a:spcBef>
              <a:buClr>
                <a:schemeClr val="hlink"/>
              </a:buClr>
              <a:buSzPct val="60000"/>
              <a:buFont typeface="Wingdings" pitchFamily="2" charset="2"/>
              <a:buChar char="n"/>
              <a:defRPr/>
            </a:pPr>
            <a:r>
              <a:rPr lang="en-US" sz="2800">
                <a:effectLst>
                  <a:outerShdw blurRad="38100" dist="38100" dir="2700000" algn="tl">
                    <a:srgbClr val="000000"/>
                  </a:outerShdw>
                </a:effectLst>
              </a:rPr>
              <a:t>Select feature you want lines to be trimmed by</a:t>
            </a:r>
          </a:p>
          <a:p>
            <a:pPr marL="342900" indent="-342900" eaLnBrk="1" hangingPunct="1">
              <a:spcBef>
                <a:spcPct val="20000"/>
              </a:spcBef>
              <a:buClr>
                <a:schemeClr val="hlink"/>
              </a:buClr>
              <a:buSzPct val="60000"/>
              <a:buFont typeface="Wingdings" pitchFamily="2" charset="2"/>
              <a:buChar char="n"/>
              <a:defRPr/>
            </a:pPr>
            <a:r>
              <a:rPr lang="en-US" sz="2800">
                <a:effectLst>
                  <a:outerShdw blurRad="38100" dist="38100" dir="2700000" algn="tl">
                    <a:srgbClr val="000000"/>
                  </a:outerShdw>
                </a:effectLst>
              </a:rPr>
              <a:t>Then click the line segments you want to trim</a:t>
            </a:r>
          </a:p>
        </p:txBody>
      </p:sp>
      <p:graphicFrame>
        <p:nvGraphicFramePr>
          <p:cNvPr id="49157" name="Object 15">
            <a:extLst>
              <a:ext uri="{FF2B5EF4-FFF2-40B4-BE49-F238E27FC236}">
                <a16:creationId xmlns:a16="http://schemas.microsoft.com/office/drawing/2014/main" id="{53DA156B-0DF6-4325-919F-8F1FA22E4BA6}"/>
              </a:ext>
            </a:extLst>
          </p:cNvPr>
          <p:cNvGraphicFramePr>
            <a:graphicFrameLocks noGrp="1" noChangeAspect="1"/>
          </p:cNvGraphicFramePr>
          <p:nvPr>
            <p:ph sz="half" idx="2"/>
          </p:nvPr>
        </p:nvGraphicFramePr>
        <p:xfrm>
          <a:off x="7391400" y="609600"/>
          <a:ext cx="914400" cy="538163"/>
        </p:xfrm>
        <a:graphic>
          <a:graphicData uri="http://schemas.openxmlformats.org/presentationml/2006/ole">
            <mc:AlternateContent xmlns:mc="http://schemas.openxmlformats.org/markup-compatibility/2006">
              <mc:Choice xmlns:v="urn:schemas-microsoft-com:vml" Requires="v">
                <p:oleObj spid="_x0000_s49174" name="Bitmap Image" r:id="rId3" imgW="485586" imgH="285866" progId="Paint.Picture">
                  <p:embed/>
                </p:oleObj>
              </mc:Choice>
              <mc:Fallback>
                <p:oleObj name="Bitmap Image" r:id="rId3" imgW="485586" imgH="285866" progId="Paint.Picture">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609600"/>
                        <a:ext cx="9144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3F66554C-2A15-49D8-B7BD-2FDAA74A7979}"/>
              </a:ext>
            </a:extLst>
          </p:cNvPr>
          <p:cNvSpPr>
            <a:spLocks noGrp="1" noChangeArrowheads="1"/>
          </p:cNvSpPr>
          <p:nvPr>
            <p:ph type="title"/>
          </p:nvPr>
        </p:nvSpPr>
        <p:spPr/>
        <p:txBody>
          <a:bodyPr/>
          <a:lstStyle/>
          <a:p>
            <a:pPr eaLnBrk="1" hangingPunct="1">
              <a:defRPr/>
            </a:pPr>
            <a:r>
              <a:rPr lang="en-US">
                <a:latin typeface="Verdana" pitchFamily="34" charset="0"/>
              </a:rPr>
              <a:t>Proportion Tool</a:t>
            </a:r>
          </a:p>
        </p:txBody>
      </p:sp>
      <p:sp>
        <p:nvSpPr>
          <p:cNvPr id="123907" name="Rectangle 3">
            <a:extLst>
              <a:ext uri="{FF2B5EF4-FFF2-40B4-BE49-F238E27FC236}">
                <a16:creationId xmlns:a16="http://schemas.microsoft.com/office/drawing/2014/main" id="{3F112FCC-597D-466C-A523-61691602C926}"/>
              </a:ext>
            </a:extLst>
          </p:cNvPr>
          <p:cNvSpPr>
            <a:spLocks noGrp="1" noChangeArrowheads="1"/>
          </p:cNvSpPr>
          <p:nvPr>
            <p:ph type="body" sz="half" idx="1"/>
          </p:nvPr>
        </p:nvSpPr>
        <p:spPr>
          <a:xfrm>
            <a:off x="457200" y="1600200"/>
            <a:ext cx="8305800" cy="4525963"/>
          </a:xfrm>
        </p:spPr>
        <p:txBody>
          <a:bodyPr/>
          <a:lstStyle/>
          <a:p>
            <a:pPr marL="609600" indent="-609600" eaLnBrk="1" hangingPunct="1">
              <a:lnSpc>
                <a:spcPct val="80000"/>
              </a:lnSpc>
              <a:defRPr/>
            </a:pPr>
            <a:r>
              <a:rPr lang="en-US" sz="2400"/>
              <a:t>Splits line into desired segments </a:t>
            </a:r>
          </a:p>
          <a:p>
            <a:pPr marL="609600" indent="-609600" eaLnBrk="1" hangingPunct="1">
              <a:lnSpc>
                <a:spcPct val="80000"/>
              </a:lnSpc>
              <a:defRPr/>
            </a:pPr>
            <a:r>
              <a:rPr lang="en-US" sz="2400"/>
              <a:t>Type the lengths of the segments into which the line will be divided. </a:t>
            </a:r>
          </a:p>
          <a:p>
            <a:pPr marL="609600" indent="-609600" eaLnBrk="1" hangingPunct="1">
              <a:lnSpc>
                <a:spcPct val="80000"/>
              </a:lnSpc>
              <a:defRPr/>
            </a:pPr>
            <a:r>
              <a:rPr lang="en-US" sz="2400"/>
              <a:t>Optionally, click Reverse to switch the orientation of the line if the arrows indicating the orientation of the feature on the map are the reverse of the order in which you entered the segments. </a:t>
            </a:r>
          </a:p>
          <a:p>
            <a:pPr marL="609600" indent="-609600" eaLnBrk="1" hangingPunct="1">
              <a:lnSpc>
                <a:spcPct val="80000"/>
              </a:lnSpc>
              <a:defRPr/>
            </a:pPr>
            <a:r>
              <a:rPr lang="en-US" sz="2400"/>
              <a:t>The line is split proportionally to the length of the measured segments. Any difference between the line length and the sum of the length of the segments is allocated proportionately to the new lines' length.  </a:t>
            </a:r>
          </a:p>
        </p:txBody>
      </p:sp>
      <p:graphicFrame>
        <p:nvGraphicFramePr>
          <p:cNvPr id="50180" name="Object 4">
            <a:extLst>
              <a:ext uri="{FF2B5EF4-FFF2-40B4-BE49-F238E27FC236}">
                <a16:creationId xmlns:a16="http://schemas.microsoft.com/office/drawing/2014/main" id="{19B87D53-6613-4F06-98F0-DF3434518685}"/>
              </a:ext>
            </a:extLst>
          </p:cNvPr>
          <p:cNvGraphicFramePr>
            <a:graphicFrameLocks noGrp="1" noChangeAspect="1"/>
          </p:cNvGraphicFramePr>
          <p:nvPr>
            <p:ph sz="half" idx="2"/>
          </p:nvPr>
        </p:nvGraphicFramePr>
        <p:xfrm>
          <a:off x="7162800" y="533400"/>
          <a:ext cx="685800" cy="685800"/>
        </p:xfrm>
        <a:graphic>
          <a:graphicData uri="http://schemas.openxmlformats.org/presentationml/2006/ole">
            <mc:AlternateContent xmlns:mc="http://schemas.openxmlformats.org/markup-compatibility/2006">
              <mc:Choice xmlns:v="urn:schemas-microsoft-com:vml" Requires="v">
                <p:oleObj spid="_x0000_s50197" name="Bitmap Image" r:id="rId3" imgW="323981" imgH="323981" progId="Paint.Picture">
                  <p:embed/>
                </p:oleObj>
              </mc:Choice>
              <mc:Fallback>
                <p:oleObj name="Bitmap Image" r:id="rId3" imgW="323981" imgH="323981"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533400"/>
                        <a:ext cx="68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C7078651-BBF2-45B6-A20E-54EB93A31880}"/>
              </a:ext>
            </a:extLst>
          </p:cNvPr>
          <p:cNvSpPr>
            <a:spLocks noGrp="1" noChangeArrowheads="1"/>
          </p:cNvSpPr>
          <p:nvPr>
            <p:ph type="title"/>
          </p:nvPr>
        </p:nvSpPr>
        <p:spPr/>
        <p:txBody>
          <a:bodyPr/>
          <a:lstStyle/>
          <a:p>
            <a:pPr eaLnBrk="1" hangingPunct="1">
              <a:defRPr/>
            </a:pPr>
            <a:r>
              <a:rPr lang="en-US">
                <a:latin typeface="Verdana" pitchFamily="34" charset="0"/>
              </a:rPr>
              <a:t>Inverse Tool</a:t>
            </a:r>
          </a:p>
        </p:txBody>
      </p:sp>
      <p:sp>
        <p:nvSpPr>
          <p:cNvPr id="157699" name="Rectangle 3">
            <a:extLst>
              <a:ext uri="{FF2B5EF4-FFF2-40B4-BE49-F238E27FC236}">
                <a16:creationId xmlns:a16="http://schemas.microsoft.com/office/drawing/2014/main" id="{93FA5451-900F-4109-898D-CF1D07056777}"/>
              </a:ext>
            </a:extLst>
          </p:cNvPr>
          <p:cNvSpPr>
            <a:spLocks noGrp="1" noChangeArrowheads="1"/>
          </p:cNvSpPr>
          <p:nvPr>
            <p:ph type="body" idx="1"/>
          </p:nvPr>
        </p:nvSpPr>
        <p:spPr/>
        <p:txBody>
          <a:bodyPr/>
          <a:lstStyle/>
          <a:p>
            <a:pPr marL="609600" indent="-609600" eaLnBrk="1" hangingPunct="1">
              <a:lnSpc>
                <a:spcPct val="90000"/>
              </a:lnSpc>
              <a:defRPr/>
            </a:pPr>
            <a:r>
              <a:rPr lang="en-US" sz="2400"/>
              <a:t>Generates a COGO description of a line. </a:t>
            </a:r>
          </a:p>
          <a:p>
            <a:pPr marL="609600" indent="-609600" eaLnBrk="1" hangingPunct="1">
              <a:lnSpc>
                <a:spcPct val="90000"/>
              </a:lnSpc>
              <a:defRPr/>
            </a:pPr>
            <a:r>
              <a:rPr lang="en-US" sz="2400"/>
              <a:t>The feature must be either a straight line or circular arc. It typically only has two vertices, but more are allowed as long as the feature is consistently straight or consistently curved. The current direction type and angular units are used when populating the attributes. </a:t>
            </a:r>
          </a:p>
          <a:p>
            <a:pPr marL="609600" indent="-609600" eaLnBrk="1" hangingPunct="1">
              <a:lnSpc>
                <a:spcPct val="90000"/>
              </a:lnSpc>
              <a:defRPr/>
            </a:pPr>
            <a:r>
              <a:rPr lang="en-US" sz="2400"/>
              <a:t>All COGO line feature classes must have the following attributes as text fields: Direction, Distance, Radius, Delta, Tangent, Arc length, and Side. You can use the </a:t>
            </a:r>
            <a:r>
              <a:rPr lang="en-US" sz="2400">
                <a:solidFill>
                  <a:srgbClr val="FF3300"/>
                </a:solidFill>
              </a:rPr>
              <a:t>Create COGO Fields</a:t>
            </a:r>
            <a:r>
              <a:rPr lang="en-US" sz="2400"/>
              <a:t> tool in ArcCatalog to add these fields to your feature class table.</a:t>
            </a:r>
          </a:p>
        </p:txBody>
      </p:sp>
      <p:pic>
        <p:nvPicPr>
          <p:cNvPr id="51204" name="Picture 4">
            <a:extLst>
              <a:ext uri="{FF2B5EF4-FFF2-40B4-BE49-F238E27FC236}">
                <a16:creationId xmlns:a16="http://schemas.microsoft.com/office/drawing/2014/main" id="{9877B3D6-06A4-4BF1-BB84-924A88E3D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609600"/>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8D99890B-1FE8-4AD0-BC0C-FAFF66F4F849}"/>
              </a:ext>
            </a:extLst>
          </p:cNvPr>
          <p:cNvSpPr>
            <a:spLocks noGrp="1" noChangeArrowheads="1"/>
          </p:cNvSpPr>
          <p:nvPr>
            <p:ph type="title"/>
          </p:nvPr>
        </p:nvSpPr>
        <p:spPr/>
        <p:txBody>
          <a:bodyPr/>
          <a:lstStyle/>
          <a:p>
            <a:pPr eaLnBrk="1" hangingPunct="1">
              <a:defRPr/>
            </a:pPr>
            <a:r>
              <a:rPr lang="en-US">
                <a:latin typeface="Verdana" pitchFamily="34" charset="0"/>
              </a:rPr>
              <a:t>Transverse Tool</a:t>
            </a:r>
          </a:p>
        </p:txBody>
      </p:sp>
      <p:sp>
        <p:nvSpPr>
          <p:cNvPr id="163843" name="Rectangle 3">
            <a:extLst>
              <a:ext uri="{FF2B5EF4-FFF2-40B4-BE49-F238E27FC236}">
                <a16:creationId xmlns:a16="http://schemas.microsoft.com/office/drawing/2014/main" id="{1F321C98-EADD-4855-8D94-65959B586D14}"/>
              </a:ext>
            </a:extLst>
          </p:cNvPr>
          <p:cNvSpPr>
            <a:spLocks noGrp="1" noChangeArrowheads="1"/>
          </p:cNvSpPr>
          <p:nvPr>
            <p:ph type="body" sz="half" idx="1"/>
          </p:nvPr>
        </p:nvSpPr>
        <p:spPr/>
        <p:txBody>
          <a:bodyPr/>
          <a:lstStyle/>
          <a:p>
            <a:pPr eaLnBrk="1" hangingPunct="1">
              <a:lnSpc>
                <a:spcPct val="90000"/>
              </a:lnSpc>
              <a:defRPr/>
            </a:pPr>
            <a:r>
              <a:rPr lang="en-US" sz="2800"/>
              <a:t>Allows you to enter and edit precise distances and angles</a:t>
            </a:r>
          </a:p>
          <a:p>
            <a:pPr eaLnBrk="1" hangingPunct="1">
              <a:lnSpc>
                <a:spcPct val="90000"/>
              </a:lnSpc>
              <a:defRPr/>
            </a:pPr>
            <a:r>
              <a:rPr lang="en-US" sz="2800"/>
              <a:t>Allows you to save and load single transverses</a:t>
            </a:r>
          </a:p>
          <a:p>
            <a:pPr eaLnBrk="1" hangingPunct="1">
              <a:lnSpc>
                <a:spcPct val="90000"/>
              </a:lnSpc>
              <a:defRPr/>
            </a:pPr>
            <a:r>
              <a:rPr lang="en-US" sz="2800"/>
              <a:t>Format example for loading a transverse</a:t>
            </a:r>
          </a:p>
        </p:txBody>
      </p:sp>
      <p:pic>
        <p:nvPicPr>
          <p:cNvPr id="52228" name="Picture 5">
            <a:extLst>
              <a:ext uri="{FF2B5EF4-FFF2-40B4-BE49-F238E27FC236}">
                <a16:creationId xmlns:a16="http://schemas.microsoft.com/office/drawing/2014/main" id="{82E99181-29A3-4358-AD61-60DD222C372B}"/>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648200" y="1676400"/>
            <a:ext cx="3986213" cy="3041650"/>
          </a:xfrm>
          <a:noFill/>
          <a:extLs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Lst>
        </p:spPr>
      </p:pic>
      <p:pic>
        <p:nvPicPr>
          <p:cNvPr id="52229" name="Picture 4">
            <a:extLst>
              <a:ext uri="{FF2B5EF4-FFF2-40B4-BE49-F238E27FC236}">
                <a16:creationId xmlns:a16="http://schemas.microsoft.com/office/drawing/2014/main" id="{E17FD1EA-59E4-4C48-8BA1-9B6506824E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609600"/>
            <a:ext cx="476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7">
            <a:extLst>
              <a:ext uri="{FF2B5EF4-FFF2-40B4-BE49-F238E27FC236}">
                <a16:creationId xmlns:a16="http://schemas.microsoft.com/office/drawing/2014/main" id="{A40E0472-DBA0-4C69-849A-4CB2E95187AA}"/>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l="3619" t="24243" r="9502" b="7071"/>
          <a:stretch>
            <a:fillRect/>
          </a:stretch>
        </p:blipFill>
        <p:spPr>
          <a:xfrm>
            <a:off x="3733800" y="5029200"/>
            <a:ext cx="1828800" cy="1295400"/>
          </a:xfrm>
          <a:noFill/>
          <a:extLs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ECB2FBD2-8454-4A7D-A5E7-E0222480CE21}"/>
              </a:ext>
            </a:extLst>
          </p:cNvPr>
          <p:cNvSpPr>
            <a:spLocks noGrp="1" noChangeArrowheads="1"/>
          </p:cNvSpPr>
          <p:nvPr>
            <p:ph type="title"/>
          </p:nvPr>
        </p:nvSpPr>
        <p:spPr/>
        <p:txBody>
          <a:bodyPr/>
          <a:lstStyle/>
          <a:p>
            <a:pPr eaLnBrk="1" hangingPunct="1">
              <a:defRPr/>
            </a:pPr>
            <a:r>
              <a:rPr lang="en-US">
                <a:latin typeface="Verdana" pitchFamily="34" charset="0"/>
              </a:rPr>
              <a:t>Generalize Tool</a:t>
            </a:r>
          </a:p>
        </p:txBody>
      </p:sp>
      <p:sp>
        <p:nvSpPr>
          <p:cNvPr id="122883" name="Rectangle 3">
            <a:extLst>
              <a:ext uri="{FF2B5EF4-FFF2-40B4-BE49-F238E27FC236}">
                <a16:creationId xmlns:a16="http://schemas.microsoft.com/office/drawing/2014/main" id="{FC16C642-E3E6-490A-A5A6-D573E1FAC281}"/>
              </a:ext>
            </a:extLst>
          </p:cNvPr>
          <p:cNvSpPr>
            <a:spLocks noGrp="1" noChangeArrowheads="1"/>
          </p:cNvSpPr>
          <p:nvPr>
            <p:ph type="body" idx="1"/>
          </p:nvPr>
        </p:nvSpPr>
        <p:spPr/>
        <p:txBody>
          <a:bodyPr/>
          <a:lstStyle/>
          <a:p>
            <a:pPr eaLnBrk="1" hangingPunct="1">
              <a:defRPr/>
            </a:pPr>
            <a:r>
              <a:rPr lang="en-US" sz="2800"/>
              <a:t>The Generalize Tool simplifies the shape of the selected features the degree to which the geometry is simplified depends on the maximum allowable offset, which limits how far the output geometry can be from the input geometry. </a:t>
            </a:r>
          </a:p>
        </p:txBody>
      </p:sp>
      <p:pic>
        <p:nvPicPr>
          <p:cNvPr id="53252" name="Picture 4">
            <a:extLst>
              <a:ext uri="{FF2B5EF4-FFF2-40B4-BE49-F238E27FC236}">
                <a16:creationId xmlns:a16="http://schemas.microsoft.com/office/drawing/2014/main" id="{37B4D518-AA70-488D-A006-049053FEE4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0000" b="-11539"/>
          <a:stretch>
            <a:fillRect/>
          </a:stretch>
        </p:blipFill>
        <p:spPr bwMode="auto">
          <a:xfrm>
            <a:off x="6934200" y="609600"/>
            <a:ext cx="460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6" descr="Simplifying a feature">
            <a:extLst>
              <a:ext uri="{FF2B5EF4-FFF2-40B4-BE49-F238E27FC236}">
                <a16:creationId xmlns:a16="http://schemas.microsoft.com/office/drawing/2014/main" id="{9EE5B972-8D1B-42D0-88D7-139D5F1F1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4419600"/>
            <a:ext cx="30099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D1CEA4DD-2982-454D-BA9B-0C6704EE5ACD}"/>
              </a:ext>
            </a:extLst>
          </p:cNvPr>
          <p:cNvSpPr>
            <a:spLocks noGrp="1" noChangeArrowheads="1"/>
          </p:cNvSpPr>
          <p:nvPr>
            <p:ph type="title"/>
          </p:nvPr>
        </p:nvSpPr>
        <p:spPr/>
        <p:txBody>
          <a:bodyPr/>
          <a:lstStyle/>
          <a:p>
            <a:pPr eaLnBrk="1" hangingPunct="1">
              <a:defRPr/>
            </a:pPr>
            <a:r>
              <a:rPr lang="en-US">
                <a:latin typeface="Verdana" pitchFamily="34" charset="0"/>
              </a:rPr>
              <a:t>Smooth Tool</a:t>
            </a:r>
          </a:p>
        </p:txBody>
      </p:sp>
      <p:sp>
        <p:nvSpPr>
          <p:cNvPr id="158723" name="Rectangle 3">
            <a:extLst>
              <a:ext uri="{FF2B5EF4-FFF2-40B4-BE49-F238E27FC236}">
                <a16:creationId xmlns:a16="http://schemas.microsoft.com/office/drawing/2014/main" id="{F1ACBF62-1258-4A2D-850A-B0BE5136E39A}"/>
              </a:ext>
            </a:extLst>
          </p:cNvPr>
          <p:cNvSpPr>
            <a:spLocks noGrp="1" noChangeArrowheads="1"/>
          </p:cNvSpPr>
          <p:nvPr>
            <p:ph type="body" idx="1"/>
          </p:nvPr>
        </p:nvSpPr>
        <p:spPr/>
        <p:txBody>
          <a:bodyPr/>
          <a:lstStyle/>
          <a:p>
            <a:pPr eaLnBrk="1" hangingPunct="1">
              <a:defRPr/>
            </a:pPr>
            <a:r>
              <a:rPr lang="en-US" sz="2800"/>
              <a:t>The Smooth Tool is used to smooth the straight edges and angular corners of a feature. The feature geometry is replaced by a series of smoothed line segments. </a:t>
            </a:r>
          </a:p>
        </p:txBody>
      </p:sp>
      <p:pic>
        <p:nvPicPr>
          <p:cNvPr id="54276" name="Picture 4">
            <a:extLst>
              <a:ext uri="{FF2B5EF4-FFF2-40B4-BE49-F238E27FC236}">
                <a16:creationId xmlns:a16="http://schemas.microsoft.com/office/drawing/2014/main" id="{930D125F-09AC-418D-AEAE-6BFFCDB39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0000" t="-11539"/>
          <a:stretch>
            <a:fillRect/>
          </a:stretch>
        </p:blipFill>
        <p:spPr bwMode="auto">
          <a:xfrm>
            <a:off x="6629400" y="533400"/>
            <a:ext cx="460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7" name="Picture 6" descr="Smoothing a feature">
            <a:extLst>
              <a:ext uri="{FF2B5EF4-FFF2-40B4-BE49-F238E27FC236}">
                <a16:creationId xmlns:a16="http://schemas.microsoft.com/office/drawing/2014/main" id="{EAC627BA-A2FF-493B-AD24-9F5E066F21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3810000"/>
            <a:ext cx="30670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4B4BEB49-853A-4B85-AE52-C0DD162D3C12}"/>
              </a:ext>
            </a:extLst>
          </p:cNvPr>
          <p:cNvSpPr>
            <a:spLocks noGrp="1" noChangeArrowheads="1"/>
          </p:cNvSpPr>
          <p:nvPr>
            <p:ph type="title"/>
          </p:nvPr>
        </p:nvSpPr>
        <p:spPr/>
        <p:txBody>
          <a:bodyPr/>
          <a:lstStyle/>
          <a:p>
            <a:pPr eaLnBrk="1" hangingPunct="1">
              <a:defRPr/>
            </a:pPr>
            <a:r>
              <a:rPr lang="en-US">
                <a:latin typeface="Verdana" pitchFamily="34" charset="0"/>
              </a:rPr>
              <a:t>Editor Tools</a:t>
            </a:r>
          </a:p>
        </p:txBody>
      </p:sp>
      <p:sp>
        <p:nvSpPr>
          <p:cNvPr id="132102" name="Rectangle 6">
            <a:extLst>
              <a:ext uri="{FF2B5EF4-FFF2-40B4-BE49-F238E27FC236}">
                <a16:creationId xmlns:a16="http://schemas.microsoft.com/office/drawing/2014/main" id="{9D889B22-2E4D-4E0A-8FB2-56563B97800A}"/>
              </a:ext>
            </a:extLst>
          </p:cNvPr>
          <p:cNvSpPr>
            <a:spLocks noGrp="1" noChangeArrowheads="1"/>
          </p:cNvSpPr>
          <p:nvPr>
            <p:ph type="body" idx="1"/>
          </p:nvPr>
        </p:nvSpPr>
        <p:spPr>
          <a:xfrm>
            <a:off x="3886200" y="1600200"/>
            <a:ext cx="4800600" cy="4530725"/>
          </a:xfrm>
        </p:spPr>
        <p:txBody>
          <a:bodyPr/>
          <a:lstStyle/>
          <a:p>
            <a:pPr eaLnBrk="1" hangingPunct="1">
              <a:defRPr/>
            </a:pPr>
            <a:r>
              <a:rPr lang="en-US" sz="2800"/>
              <a:t>Under the Editor Tool Dropdown</a:t>
            </a:r>
          </a:p>
          <a:p>
            <a:pPr eaLnBrk="1" hangingPunct="1">
              <a:buFont typeface="Wingdings" panose="05000000000000000000" pitchFamily="2" charset="2"/>
              <a:buNone/>
              <a:defRPr/>
            </a:pPr>
            <a:endParaRPr lang="en-US" sz="2800"/>
          </a:p>
          <a:p>
            <a:pPr eaLnBrk="1" hangingPunct="1">
              <a:defRPr/>
            </a:pPr>
            <a:r>
              <a:rPr lang="en-US" sz="2800"/>
              <a:t>Creates features on target layer</a:t>
            </a:r>
          </a:p>
          <a:p>
            <a:pPr eaLnBrk="1" hangingPunct="1">
              <a:buFont typeface="Wingdings" panose="05000000000000000000" pitchFamily="2" charset="2"/>
              <a:buNone/>
              <a:defRPr/>
            </a:pPr>
            <a:endParaRPr lang="en-US" sz="2800"/>
          </a:p>
          <a:p>
            <a:pPr eaLnBrk="1" hangingPunct="1">
              <a:defRPr/>
            </a:pPr>
            <a:r>
              <a:rPr lang="en-US" sz="2800"/>
              <a:t>Does not update attributes</a:t>
            </a:r>
          </a:p>
        </p:txBody>
      </p:sp>
      <p:graphicFrame>
        <p:nvGraphicFramePr>
          <p:cNvPr id="55300" name="Object 4">
            <a:extLst>
              <a:ext uri="{FF2B5EF4-FFF2-40B4-BE49-F238E27FC236}">
                <a16:creationId xmlns:a16="http://schemas.microsoft.com/office/drawing/2014/main" id="{97DA4431-1190-42EE-A96F-4B663A4D61D6}"/>
              </a:ext>
            </a:extLst>
          </p:cNvPr>
          <p:cNvGraphicFramePr>
            <a:graphicFrameLocks noGrp="1" noChangeAspect="1"/>
          </p:cNvGraphicFramePr>
          <p:nvPr>
            <p:ph idx="4294967295"/>
          </p:nvPr>
        </p:nvGraphicFramePr>
        <p:xfrm>
          <a:off x="990600" y="1447800"/>
          <a:ext cx="1781175" cy="4667250"/>
        </p:xfrm>
        <a:graphic>
          <a:graphicData uri="http://schemas.openxmlformats.org/presentationml/2006/ole">
            <mc:AlternateContent xmlns:mc="http://schemas.openxmlformats.org/markup-compatibility/2006">
              <mc:Choice xmlns:v="urn:schemas-microsoft-com:vml" Requires="v">
                <p:oleObj spid="_x0000_s55317" name="Bitmap Image" r:id="rId3" imgW="1428949" imgH="3742857" progId="Paint.Picture">
                  <p:embed/>
                </p:oleObj>
              </mc:Choice>
              <mc:Fallback>
                <p:oleObj name="Bitmap Image" r:id="rId3" imgW="1428949" imgH="3742857"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447800"/>
                        <a:ext cx="1781175"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98A02B62-0DC5-4461-9685-BD751C2D4EC3}"/>
              </a:ext>
            </a:extLst>
          </p:cNvPr>
          <p:cNvSpPr>
            <a:spLocks noGrp="1" noChangeArrowheads="1"/>
          </p:cNvSpPr>
          <p:nvPr>
            <p:ph type="title"/>
          </p:nvPr>
        </p:nvSpPr>
        <p:spPr/>
        <p:txBody>
          <a:bodyPr/>
          <a:lstStyle/>
          <a:p>
            <a:pPr eaLnBrk="1" hangingPunct="1">
              <a:defRPr/>
            </a:pPr>
            <a:r>
              <a:rPr lang="en-US">
                <a:latin typeface="Verdana" pitchFamily="34" charset="0"/>
              </a:rPr>
              <a:t>Move Tool</a:t>
            </a:r>
          </a:p>
        </p:txBody>
      </p:sp>
      <p:sp>
        <p:nvSpPr>
          <p:cNvPr id="135171" name="Rectangle 3">
            <a:extLst>
              <a:ext uri="{FF2B5EF4-FFF2-40B4-BE49-F238E27FC236}">
                <a16:creationId xmlns:a16="http://schemas.microsoft.com/office/drawing/2014/main" id="{09966CF6-0484-443F-9F59-5F7D0579CCC7}"/>
              </a:ext>
            </a:extLst>
          </p:cNvPr>
          <p:cNvSpPr>
            <a:spLocks noGrp="1" noChangeArrowheads="1"/>
          </p:cNvSpPr>
          <p:nvPr>
            <p:ph type="body" sz="half" idx="1"/>
          </p:nvPr>
        </p:nvSpPr>
        <p:spPr>
          <a:xfrm>
            <a:off x="457200" y="1600200"/>
            <a:ext cx="8305800" cy="838200"/>
          </a:xfrm>
        </p:spPr>
        <p:txBody>
          <a:bodyPr/>
          <a:lstStyle/>
          <a:p>
            <a:pPr eaLnBrk="1" hangingPunct="1">
              <a:defRPr/>
            </a:pPr>
            <a:r>
              <a:rPr lang="en-US" sz="2800"/>
              <a:t>Move features a desired distance in map units</a:t>
            </a:r>
          </a:p>
        </p:txBody>
      </p:sp>
      <p:pic>
        <p:nvPicPr>
          <p:cNvPr id="56324" name="Picture 4">
            <a:extLst>
              <a:ext uri="{FF2B5EF4-FFF2-40B4-BE49-F238E27FC236}">
                <a16:creationId xmlns:a16="http://schemas.microsoft.com/office/drawing/2014/main" id="{02927807-055A-4E16-A357-0A0BC565869F}"/>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581400" y="2820988"/>
            <a:ext cx="2076450" cy="542925"/>
          </a:xfr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C996C115-736F-4D45-8E09-BB71850062D6}"/>
              </a:ext>
            </a:extLst>
          </p:cNvPr>
          <p:cNvSpPr>
            <a:spLocks noGrp="1" noChangeArrowheads="1"/>
          </p:cNvSpPr>
          <p:nvPr>
            <p:ph type="title"/>
          </p:nvPr>
        </p:nvSpPr>
        <p:spPr/>
        <p:txBody>
          <a:bodyPr/>
          <a:lstStyle/>
          <a:p>
            <a:pPr eaLnBrk="1" hangingPunct="1">
              <a:defRPr/>
            </a:pPr>
            <a:r>
              <a:rPr lang="en-US">
                <a:latin typeface="Verdana" pitchFamily="34" charset="0"/>
              </a:rPr>
              <a:t>Split Tool</a:t>
            </a:r>
          </a:p>
        </p:txBody>
      </p:sp>
      <p:sp>
        <p:nvSpPr>
          <p:cNvPr id="138243" name="Rectangle 3">
            <a:extLst>
              <a:ext uri="{FF2B5EF4-FFF2-40B4-BE49-F238E27FC236}">
                <a16:creationId xmlns:a16="http://schemas.microsoft.com/office/drawing/2014/main" id="{5DEE6CB0-661F-4D83-891C-701FA337EA3F}"/>
              </a:ext>
            </a:extLst>
          </p:cNvPr>
          <p:cNvSpPr>
            <a:spLocks noGrp="1" noChangeArrowheads="1"/>
          </p:cNvSpPr>
          <p:nvPr>
            <p:ph type="body" sz="half" idx="1"/>
          </p:nvPr>
        </p:nvSpPr>
        <p:spPr>
          <a:xfrm>
            <a:off x="457200" y="1600200"/>
            <a:ext cx="8153400" cy="1296988"/>
          </a:xfrm>
        </p:spPr>
        <p:txBody>
          <a:bodyPr/>
          <a:lstStyle/>
          <a:p>
            <a:pPr eaLnBrk="1" hangingPunct="1">
              <a:defRPr/>
            </a:pPr>
            <a:r>
              <a:rPr lang="en-US" sz="2800"/>
              <a:t>Splits a line into two pieces based on distance or percentage</a:t>
            </a:r>
          </a:p>
        </p:txBody>
      </p:sp>
      <p:pic>
        <p:nvPicPr>
          <p:cNvPr id="57348" name="Picture 10">
            <a:extLst>
              <a:ext uri="{FF2B5EF4-FFF2-40B4-BE49-F238E27FC236}">
                <a16:creationId xmlns:a16="http://schemas.microsoft.com/office/drawing/2014/main" id="{DEDD784D-28BA-4B3D-915F-704C3ADEA9E1}"/>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2590800" y="2744788"/>
            <a:ext cx="3810000" cy="3378200"/>
          </a:xfr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74CB928F-CA6A-4164-933C-954C3A0699B8}"/>
              </a:ext>
            </a:extLst>
          </p:cNvPr>
          <p:cNvSpPr>
            <a:spLocks noGrp="1" noChangeArrowheads="1"/>
          </p:cNvSpPr>
          <p:nvPr>
            <p:ph type="title"/>
          </p:nvPr>
        </p:nvSpPr>
        <p:spPr/>
        <p:txBody>
          <a:bodyPr/>
          <a:lstStyle/>
          <a:p>
            <a:pPr eaLnBrk="1" hangingPunct="1">
              <a:defRPr/>
            </a:pPr>
            <a:r>
              <a:rPr lang="en-US">
                <a:latin typeface="Verdana" pitchFamily="34" charset="0"/>
              </a:rPr>
              <a:t>Divide Tool </a:t>
            </a:r>
          </a:p>
        </p:txBody>
      </p:sp>
      <p:sp>
        <p:nvSpPr>
          <p:cNvPr id="131075" name="Rectangle 3">
            <a:extLst>
              <a:ext uri="{FF2B5EF4-FFF2-40B4-BE49-F238E27FC236}">
                <a16:creationId xmlns:a16="http://schemas.microsoft.com/office/drawing/2014/main" id="{33F9866B-ED0F-4BA6-AB62-388C4615DA48}"/>
              </a:ext>
            </a:extLst>
          </p:cNvPr>
          <p:cNvSpPr>
            <a:spLocks noGrp="1" noChangeArrowheads="1"/>
          </p:cNvSpPr>
          <p:nvPr>
            <p:ph type="body" sz="half" idx="1"/>
          </p:nvPr>
        </p:nvSpPr>
        <p:spPr/>
        <p:txBody>
          <a:bodyPr/>
          <a:lstStyle/>
          <a:p>
            <a:pPr eaLnBrk="1" hangingPunct="1">
              <a:lnSpc>
                <a:spcPct val="90000"/>
              </a:lnSpc>
              <a:defRPr/>
            </a:pPr>
            <a:r>
              <a:rPr lang="en-US" sz="2800"/>
              <a:t>The Divide Tool allows you to divide a selected line into a number of segments</a:t>
            </a:r>
          </a:p>
          <a:p>
            <a:pPr eaLnBrk="1" hangingPunct="1">
              <a:lnSpc>
                <a:spcPct val="90000"/>
              </a:lnSpc>
              <a:defRPr/>
            </a:pPr>
            <a:r>
              <a:rPr lang="en-US" sz="2800"/>
              <a:t>Select a line feature to split it into segments</a:t>
            </a:r>
          </a:p>
          <a:p>
            <a:pPr eaLnBrk="1" hangingPunct="1">
              <a:lnSpc>
                <a:spcPct val="90000"/>
              </a:lnSpc>
              <a:defRPr/>
            </a:pPr>
            <a:r>
              <a:rPr lang="en-US" sz="2800"/>
              <a:t>Select a point feature to create points along the line</a:t>
            </a:r>
          </a:p>
        </p:txBody>
      </p:sp>
      <p:pic>
        <p:nvPicPr>
          <p:cNvPr id="58372" name="Picture 8">
            <a:extLst>
              <a:ext uri="{FF2B5EF4-FFF2-40B4-BE49-F238E27FC236}">
                <a16:creationId xmlns:a16="http://schemas.microsoft.com/office/drawing/2014/main" id="{F6EB783E-0848-4255-A840-731FB327173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495800" y="2590800"/>
            <a:ext cx="4267200" cy="1846263"/>
          </a:xfr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AFFC9E85-58CA-4AC6-8F3A-74AD12061525}"/>
              </a:ext>
            </a:extLst>
          </p:cNvPr>
          <p:cNvSpPr>
            <a:spLocks noGrp="1" noChangeArrowheads="1"/>
          </p:cNvSpPr>
          <p:nvPr>
            <p:ph type="title"/>
          </p:nvPr>
        </p:nvSpPr>
        <p:spPr/>
        <p:txBody>
          <a:bodyPr/>
          <a:lstStyle/>
          <a:p>
            <a:pPr eaLnBrk="1" hangingPunct="1">
              <a:defRPr/>
            </a:pPr>
            <a:r>
              <a:rPr lang="en-US">
                <a:latin typeface="Verdana" pitchFamily="34" charset="0"/>
              </a:rPr>
              <a:t>Buffer</a:t>
            </a:r>
          </a:p>
        </p:txBody>
      </p:sp>
      <p:sp>
        <p:nvSpPr>
          <p:cNvPr id="143363" name="Rectangle 3">
            <a:extLst>
              <a:ext uri="{FF2B5EF4-FFF2-40B4-BE49-F238E27FC236}">
                <a16:creationId xmlns:a16="http://schemas.microsoft.com/office/drawing/2014/main" id="{18593BCA-7B6D-4BFC-A94D-537A0838A073}"/>
              </a:ext>
            </a:extLst>
          </p:cNvPr>
          <p:cNvSpPr>
            <a:spLocks noGrp="1" noChangeArrowheads="1"/>
          </p:cNvSpPr>
          <p:nvPr>
            <p:ph type="body" sz="half" idx="1"/>
          </p:nvPr>
        </p:nvSpPr>
        <p:spPr>
          <a:xfrm>
            <a:off x="457200" y="1600200"/>
            <a:ext cx="8229600" cy="915988"/>
          </a:xfrm>
        </p:spPr>
        <p:txBody>
          <a:bodyPr/>
          <a:lstStyle/>
          <a:p>
            <a:pPr eaLnBrk="1" hangingPunct="1">
              <a:defRPr/>
            </a:pPr>
            <a:r>
              <a:rPr lang="en-US" sz="2800"/>
              <a:t>Buffers selected features a desired distance and creates features on the target layer</a:t>
            </a:r>
          </a:p>
          <a:p>
            <a:pPr eaLnBrk="1" hangingPunct="1">
              <a:defRPr/>
            </a:pPr>
            <a:endParaRPr lang="en-US" sz="2800"/>
          </a:p>
        </p:txBody>
      </p:sp>
      <p:pic>
        <p:nvPicPr>
          <p:cNvPr id="59396" name="Picture 5">
            <a:extLst>
              <a:ext uri="{FF2B5EF4-FFF2-40B4-BE49-F238E27FC236}">
                <a16:creationId xmlns:a16="http://schemas.microsoft.com/office/drawing/2014/main" id="{154E01FF-7C20-403F-8566-E66AB3E7797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810000" y="3505200"/>
            <a:ext cx="1371600" cy="447675"/>
          </a:xfr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D9D3083F-A397-414D-8ACD-C93678CA56C2}"/>
              </a:ext>
            </a:extLst>
          </p:cNvPr>
          <p:cNvSpPr>
            <a:spLocks noGrp="1" noChangeArrowheads="1"/>
          </p:cNvSpPr>
          <p:nvPr>
            <p:ph type="title"/>
          </p:nvPr>
        </p:nvSpPr>
        <p:spPr/>
        <p:txBody>
          <a:bodyPr/>
          <a:lstStyle/>
          <a:p>
            <a:pPr eaLnBrk="1" hangingPunct="1">
              <a:defRPr/>
            </a:pPr>
            <a:r>
              <a:rPr lang="en-US">
                <a:latin typeface="Verdana" pitchFamily="34" charset="0"/>
              </a:rPr>
              <a:t>Copy Parallel</a:t>
            </a:r>
          </a:p>
        </p:txBody>
      </p:sp>
      <p:sp>
        <p:nvSpPr>
          <p:cNvPr id="145411" name="Rectangle 3">
            <a:extLst>
              <a:ext uri="{FF2B5EF4-FFF2-40B4-BE49-F238E27FC236}">
                <a16:creationId xmlns:a16="http://schemas.microsoft.com/office/drawing/2014/main" id="{E74F107C-B517-422B-89AC-CE979774E359}"/>
              </a:ext>
            </a:extLst>
          </p:cNvPr>
          <p:cNvSpPr>
            <a:spLocks noGrp="1" noChangeArrowheads="1"/>
          </p:cNvSpPr>
          <p:nvPr>
            <p:ph type="body" sz="half" idx="1"/>
          </p:nvPr>
        </p:nvSpPr>
        <p:spPr/>
        <p:txBody>
          <a:bodyPr/>
          <a:lstStyle/>
          <a:p>
            <a:pPr eaLnBrk="1" hangingPunct="1">
              <a:defRPr/>
            </a:pPr>
            <a:r>
              <a:rPr lang="en-US" sz="2800"/>
              <a:t>Copies a feature parallel to your selected features</a:t>
            </a:r>
          </a:p>
          <a:p>
            <a:pPr eaLnBrk="1" hangingPunct="1">
              <a:defRPr/>
            </a:pPr>
            <a:r>
              <a:rPr lang="en-US" sz="2800"/>
              <a:t>Negative values copy to the right of digitized direction</a:t>
            </a:r>
          </a:p>
          <a:p>
            <a:pPr eaLnBrk="1" hangingPunct="1">
              <a:defRPr/>
            </a:pPr>
            <a:r>
              <a:rPr lang="en-US" sz="2800"/>
              <a:t>Positive values copy to the left of digitized direction</a:t>
            </a:r>
          </a:p>
        </p:txBody>
      </p:sp>
      <p:pic>
        <p:nvPicPr>
          <p:cNvPr id="60420" name="Picture 4">
            <a:extLst>
              <a:ext uri="{FF2B5EF4-FFF2-40B4-BE49-F238E27FC236}">
                <a16:creationId xmlns:a16="http://schemas.microsoft.com/office/drawing/2014/main" id="{B8D7D4E8-293D-4DA1-ADA2-B4ECCFDF8FB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648200" y="2159000"/>
            <a:ext cx="4181475" cy="2787650"/>
          </a:xfr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A0376B22-A7BD-4770-ADCB-39E70EFE0581}"/>
              </a:ext>
            </a:extLst>
          </p:cNvPr>
          <p:cNvSpPr>
            <a:spLocks noGrp="1" noChangeArrowheads="1"/>
          </p:cNvSpPr>
          <p:nvPr>
            <p:ph type="title"/>
          </p:nvPr>
        </p:nvSpPr>
        <p:spPr/>
        <p:txBody>
          <a:bodyPr/>
          <a:lstStyle/>
          <a:p>
            <a:pPr eaLnBrk="1" hangingPunct="1">
              <a:defRPr/>
            </a:pPr>
            <a:r>
              <a:rPr lang="en-US">
                <a:latin typeface="Verdana" pitchFamily="34" charset="0"/>
              </a:rPr>
              <a:t>Merge</a:t>
            </a:r>
          </a:p>
        </p:txBody>
      </p:sp>
      <p:sp>
        <p:nvSpPr>
          <p:cNvPr id="146435" name="Rectangle 3">
            <a:extLst>
              <a:ext uri="{FF2B5EF4-FFF2-40B4-BE49-F238E27FC236}">
                <a16:creationId xmlns:a16="http://schemas.microsoft.com/office/drawing/2014/main" id="{9CEC97DE-375D-4644-9EF0-AB0353BDE6DB}"/>
              </a:ext>
            </a:extLst>
          </p:cNvPr>
          <p:cNvSpPr>
            <a:spLocks noGrp="1" noChangeArrowheads="1"/>
          </p:cNvSpPr>
          <p:nvPr>
            <p:ph type="body" sz="half" idx="1"/>
          </p:nvPr>
        </p:nvSpPr>
        <p:spPr/>
        <p:txBody>
          <a:bodyPr/>
          <a:lstStyle/>
          <a:p>
            <a:pPr eaLnBrk="1" hangingPunct="1">
              <a:defRPr/>
            </a:pPr>
            <a:r>
              <a:rPr lang="en-US" sz="2400" dirty="0"/>
              <a:t>Merges two features together</a:t>
            </a:r>
          </a:p>
          <a:p>
            <a:pPr eaLnBrk="1" hangingPunct="1">
              <a:defRPr/>
            </a:pPr>
            <a:r>
              <a:rPr lang="en-US" sz="2400" b="1" dirty="0">
                <a:solidFill>
                  <a:srgbClr val="FF3300"/>
                </a:solidFill>
              </a:rPr>
              <a:t>Caution:</a:t>
            </a:r>
            <a:r>
              <a:rPr lang="en-US" sz="2400" dirty="0"/>
              <a:t> May create multi-part features</a:t>
            </a:r>
          </a:p>
          <a:p>
            <a:pPr eaLnBrk="1" hangingPunct="1">
              <a:defRPr/>
            </a:pPr>
            <a:r>
              <a:rPr lang="en-US" sz="2400" dirty="0"/>
              <a:t>Cannot be used in Geometric Network Features</a:t>
            </a:r>
          </a:p>
          <a:p>
            <a:pPr eaLnBrk="1" hangingPunct="1">
              <a:defRPr/>
            </a:pPr>
            <a:r>
              <a:rPr lang="en-US" sz="2400" dirty="0"/>
              <a:t>Uncheck preserve overlapping segments to help eliminate multipart segments</a:t>
            </a:r>
          </a:p>
        </p:txBody>
      </p:sp>
      <p:pic>
        <p:nvPicPr>
          <p:cNvPr id="61444" name="Picture 4">
            <a:extLst>
              <a:ext uri="{FF2B5EF4-FFF2-40B4-BE49-F238E27FC236}">
                <a16:creationId xmlns:a16="http://schemas.microsoft.com/office/drawing/2014/main" id="{7E835012-5BB5-43E3-9089-9D92268F15C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724400" y="1676400"/>
            <a:ext cx="4000500" cy="2190750"/>
          </a:xfr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C886CD61-A5C4-425D-9EDE-A2CAF649B1FC}"/>
              </a:ext>
            </a:extLst>
          </p:cNvPr>
          <p:cNvSpPr>
            <a:spLocks noGrp="1" noChangeArrowheads="1"/>
          </p:cNvSpPr>
          <p:nvPr>
            <p:ph type="title"/>
          </p:nvPr>
        </p:nvSpPr>
        <p:spPr/>
        <p:txBody>
          <a:bodyPr/>
          <a:lstStyle/>
          <a:p>
            <a:pPr eaLnBrk="1" hangingPunct="1">
              <a:defRPr/>
            </a:pPr>
            <a:r>
              <a:rPr lang="en-US">
                <a:latin typeface="Verdana" pitchFamily="34" charset="0"/>
              </a:rPr>
              <a:t>Union</a:t>
            </a:r>
          </a:p>
        </p:txBody>
      </p:sp>
      <p:sp>
        <p:nvSpPr>
          <p:cNvPr id="147459" name="Rectangle 3">
            <a:extLst>
              <a:ext uri="{FF2B5EF4-FFF2-40B4-BE49-F238E27FC236}">
                <a16:creationId xmlns:a16="http://schemas.microsoft.com/office/drawing/2014/main" id="{B24CE5B7-E0E7-4891-B2CC-7231BEF8E5BA}"/>
              </a:ext>
            </a:extLst>
          </p:cNvPr>
          <p:cNvSpPr>
            <a:spLocks noGrp="1" noChangeArrowheads="1"/>
          </p:cNvSpPr>
          <p:nvPr>
            <p:ph type="body" sz="half" idx="1"/>
          </p:nvPr>
        </p:nvSpPr>
        <p:spPr/>
        <p:txBody>
          <a:bodyPr/>
          <a:lstStyle/>
          <a:p>
            <a:pPr eaLnBrk="1" hangingPunct="1">
              <a:lnSpc>
                <a:spcPct val="90000"/>
              </a:lnSpc>
              <a:defRPr/>
            </a:pPr>
            <a:r>
              <a:rPr lang="en-US" sz="2800"/>
              <a:t>Union works like merge except it creates a new feature and retains the old features</a:t>
            </a:r>
          </a:p>
          <a:p>
            <a:pPr eaLnBrk="1" hangingPunct="1">
              <a:lnSpc>
                <a:spcPct val="90000"/>
              </a:lnSpc>
              <a:defRPr/>
            </a:pPr>
            <a:r>
              <a:rPr lang="en-US" sz="2800"/>
              <a:t>You can Union features based on different layers</a:t>
            </a:r>
          </a:p>
          <a:p>
            <a:pPr eaLnBrk="1" hangingPunct="1">
              <a:lnSpc>
                <a:spcPct val="90000"/>
              </a:lnSpc>
              <a:defRPr/>
            </a:pPr>
            <a:r>
              <a:rPr lang="en-US" sz="2800"/>
              <a:t>You can use Union in a geometric network where you can not use Merge</a:t>
            </a:r>
          </a:p>
        </p:txBody>
      </p:sp>
      <p:pic>
        <p:nvPicPr>
          <p:cNvPr id="62468" name="Picture 4">
            <a:extLst>
              <a:ext uri="{FF2B5EF4-FFF2-40B4-BE49-F238E27FC236}">
                <a16:creationId xmlns:a16="http://schemas.microsoft.com/office/drawing/2014/main" id="{A96AB577-A072-48E5-9399-5EF47E2E46C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3368" t="60361" r="17876" b="6006"/>
          <a:stretch>
            <a:fillRect/>
          </a:stretch>
        </p:blipFill>
        <p:spPr>
          <a:xfrm>
            <a:off x="4800600" y="2743200"/>
            <a:ext cx="3962400" cy="1460500"/>
          </a:xfr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A4BC17E1-9AB7-4159-9DCF-123C30B6D44D}"/>
              </a:ext>
            </a:extLst>
          </p:cNvPr>
          <p:cNvSpPr>
            <a:spLocks noGrp="1" noChangeArrowheads="1"/>
          </p:cNvSpPr>
          <p:nvPr>
            <p:ph type="title"/>
          </p:nvPr>
        </p:nvSpPr>
        <p:spPr/>
        <p:txBody>
          <a:bodyPr/>
          <a:lstStyle/>
          <a:p>
            <a:pPr eaLnBrk="1" hangingPunct="1">
              <a:defRPr/>
            </a:pPr>
            <a:r>
              <a:rPr lang="en-US">
                <a:latin typeface="Verdana" pitchFamily="34" charset="0"/>
              </a:rPr>
              <a:t>Intersect</a:t>
            </a:r>
          </a:p>
        </p:txBody>
      </p:sp>
      <p:sp>
        <p:nvSpPr>
          <p:cNvPr id="148483" name="Rectangle 3">
            <a:extLst>
              <a:ext uri="{FF2B5EF4-FFF2-40B4-BE49-F238E27FC236}">
                <a16:creationId xmlns:a16="http://schemas.microsoft.com/office/drawing/2014/main" id="{D65ECA86-DCE3-4350-93BD-F35337E4B97B}"/>
              </a:ext>
            </a:extLst>
          </p:cNvPr>
          <p:cNvSpPr>
            <a:spLocks noGrp="1" noChangeArrowheads="1"/>
          </p:cNvSpPr>
          <p:nvPr>
            <p:ph type="body" sz="half" idx="1"/>
          </p:nvPr>
        </p:nvSpPr>
        <p:spPr/>
        <p:txBody>
          <a:bodyPr/>
          <a:lstStyle/>
          <a:p>
            <a:pPr eaLnBrk="1" hangingPunct="1">
              <a:defRPr/>
            </a:pPr>
            <a:r>
              <a:rPr lang="en-US" sz="2800"/>
              <a:t>Creates a new feature from the common parts of two selected features of the same geometry type</a:t>
            </a:r>
          </a:p>
        </p:txBody>
      </p:sp>
      <p:pic>
        <p:nvPicPr>
          <p:cNvPr id="63492" name="Picture 4">
            <a:extLst>
              <a:ext uri="{FF2B5EF4-FFF2-40B4-BE49-F238E27FC236}">
                <a16:creationId xmlns:a16="http://schemas.microsoft.com/office/drawing/2014/main" id="{5B3A117E-F1DE-469C-8A6F-47FC55BBD44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2031" t="39919" r="18527" b="25673"/>
          <a:stretch>
            <a:fillRect/>
          </a:stretch>
        </p:blipFill>
        <p:spPr>
          <a:xfrm>
            <a:off x="4953000" y="1905000"/>
            <a:ext cx="3819525" cy="1562100"/>
          </a:xfr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22ADFF72-0857-497C-814A-A51A40501383}"/>
              </a:ext>
            </a:extLst>
          </p:cNvPr>
          <p:cNvSpPr>
            <a:spLocks noGrp="1" noChangeArrowheads="1"/>
          </p:cNvSpPr>
          <p:nvPr>
            <p:ph type="title"/>
          </p:nvPr>
        </p:nvSpPr>
        <p:spPr/>
        <p:txBody>
          <a:bodyPr/>
          <a:lstStyle/>
          <a:p>
            <a:pPr eaLnBrk="1" hangingPunct="1">
              <a:defRPr/>
            </a:pPr>
            <a:r>
              <a:rPr lang="en-US">
                <a:latin typeface="Verdana" pitchFamily="34" charset="0"/>
              </a:rPr>
              <a:t>Clip</a:t>
            </a:r>
          </a:p>
        </p:txBody>
      </p:sp>
      <p:sp>
        <p:nvSpPr>
          <p:cNvPr id="149507" name="Rectangle 3">
            <a:extLst>
              <a:ext uri="{FF2B5EF4-FFF2-40B4-BE49-F238E27FC236}">
                <a16:creationId xmlns:a16="http://schemas.microsoft.com/office/drawing/2014/main" id="{0B614FA1-11B2-4DD6-B3C3-97A3C7ADC504}"/>
              </a:ext>
            </a:extLst>
          </p:cNvPr>
          <p:cNvSpPr>
            <a:spLocks noGrp="1" noChangeArrowheads="1"/>
          </p:cNvSpPr>
          <p:nvPr>
            <p:ph type="body" sz="half" idx="1"/>
          </p:nvPr>
        </p:nvSpPr>
        <p:spPr>
          <a:xfrm>
            <a:off x="457200" y="1600200"/>
            <a:ext cx="5029200" cy="4530725"/>
          </a:xfrm>
        </p:spPr>
        <p:txBody>
          <a:bodyPr/>
          <a:lstStyle/>
          <a:p>
            <a:pPr eaLnBrk="1" hangingPunct="1">
              <a:defRPr/>
            </a:pPr>
            <a:r>
              <a:rPr lang="en-US" sz="2400"/>
              <a:t>Only polygon features can be clipped</a:t>
            </a:r>
          </a:p>
          <a:p>
            <a:pPr eaLnBrk="1" hangingPunct="1">
              <a:defRPr/>
            </a:pPr>
            <a:r>
              <a:rPr lang="en-US" sz="2400"/>
              <a:t>Can use any selected feature as the bases of a clip</a:t>
            </a:r>
          </a:p>
          <a:p>
            <a:pPr eaLnBrk="1" hangingPunct="1">
              <a:defRPr/>
            </a:pPr>
            <a:r>
              <a:rPr lang="en-US" sz="2400" u="sng"/>
              <a:t>Preserve</a:t>
            </a:r>
            <a:r>
              <a:rPr lang="en-US" sz="2400"/>
              <a:t> will keep the areas that are inside the buffer and remove all other touching features</a:t>
            </a:r>
          </a:p>
          <a:p>
            <a:pPr eaLnBrk="1" hangingPunct="1">
              <a:defRPr/>
            </a:pPr>
            <a:r>
              <a:rPr lang="en-US" sz="2400" u="sng"/>
              <a:t>Discard</a:t>
            </a:r>
            <a:r>
              <a:rPr lang="en-US" sz="2400"/>
              <a:t> will only remove the area within the buffer distance</a:t>
            </a:r>
          </a:p>
          <a:p>
            <a:pPr eaLnBrk="1" hangingPunct="1">
              <a:defRPr/>
            </a:pPr>
            <a:endParaRPr lang="en-US" sz="2400"/>
          </a:p>
          <a:p>
            <a:pPr eaLnBrk="1" hangingPunct="1">
              <a:defRPr/>
            </a:pPr>
            <a:endParaRPr lang="en-US" sz="2400"/>
          </a:p>
        </p:txBody>
      </p:sp>
      <p:pic>
        <p:nvPicPr>
          <p:cNvPr id="64516" name="Picture 7">
            <a:extLst>
              <a:ext uri="{FF2B5EF4-FFF2-40B4-BE49-F238E27FC236}">
                <a16:creationId xmlns:a16="http://schemas.microsoft.com/office/drawing/2014/main" id="{B79AC801-7A68-4992-9D2E-640B52E89C9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562600" y="2667000"/>
            <a:ext cx="3305175" cy="1771650"/>
          </a:xfr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E54A84D-B540-4D61-B8BD-4A34468D1990}"/>
              </a:ext>
            </a:extLst>
          </p:cNvPr>
          <p:cNvSpPr>
            <a:spLocks noGrp="1" noChangeArrowheads="1"/>
          </p:cNvSpPr>
          <p:nvPr>
            <p:ph type="title"/>
          </p:nvPr>
        </p:nvSpPr>
        <p:spPr/>
        <p:txBody>
          <a:bodyPr/>
          <a:lstStyle/>
          <a:p>
            <a:pPr eaLnBrk="1" hangingPunct="1">
              <a:defRPr/>
            </a:pPr>
            <a:r>
              <a:rPr lang="en-US">
                <a:latin typeface="Verdana" pitchFamily="34" charset="0"/>
              </a:rPr>
              <a:t>Topology Toolbar</a:t>
            </a:r>
          </a:p>
        </p:txBody>
      </p:sp>
      <p:sp>
        <p:nvSpPr>
          <p:cNvPr id="28675" name="Rectangle 3">
            <a:extLst>
              <a:ext uri="{FF2B5EF4-FFF2-40B4-BE49-F238E27FC236}">
                <a16:creationId xmlns:a16="http://schemas.microsoft.com/office/drawing/2014/main" id="{0FD7538E-6FC3-462B-8608-46D36878412E}"/>
              </a:ext>
            </a:extLst>
          </p:cNvPr>
          <p:cNvSpPr>
            <a:spLocks noGrp="1" noChangeArrowheads="1"/>
          </p:cNvSpPr>
          <p:nvPr>
            <p:ph type="body" idx="1"/>
          </p:nvPr>
        </p:nvSpPr>
        <p:spPr>
          <a:xfrm>
            <a:off x="381000" y="1371600"/>
            <a:ext cx="8305800" cy="5334000"/>
          </a:xfrm>
        </p:spPr>
        <p:txBody>
          <a:bodyPr/>
          <a:lstStyle/>
          <a:p>
            <a:pPr marL="381000" indent="-381000" eaLnBrk="1" hangingPunct="1">
              <a:lnSpc>
                <a:spcPct val="80000"/>
              </a:lnSpc>
              <a:buFontTx/>
              <a:buAutoNum type="arabicPeriod"/>
              <a:defRPr/>
            </a:pPr>
            <a:r>
              <a:rPr lang="en-US" sz="2400"/>
              <a:t>Start Editing</a:t>
            </a:r>
          </a:p>
          <a:p>
            <a:pPr marL="381000" indent="-381000" eaLnBrk="1" hangingPunct="1">
              <a:lnSpc>
                <a:spcPct val="80000"/>
              </a:lnSpc>
              <a:buFontTx/>
              <a:buAutoNum type="arabicPeriod"/>
              <a:defRPr/>
            </a:pPr>
            <a:r>
              <a:rPr lang="en-US" sz="2400"/>
              <a:t>On the topology toolbar, click the Map Topology button</a:t>
            </a:r>
          </a:p>
          <a:p>
            <a:pPr marL="381000" indent="-381000" eaLnBrk="1" hangingPunct="1">
              <a:lnSpc>
                <a:spcPct val="80000"/>
              </a:lnSpc>
              <a:buFontTx/>
              <a:buAutoNum type="arabicPeriod"/>
              <a:defRPr/>
            </a:pPr>
            <a:endParaRPr lang="en-US" sz="2400"/>
          </a:p>
          <a:p>
            <a:pPr marL="381000" indent="-381000" eaLnBrk="1" hangingPunct="1">
              <a:lnSpc>
                <a:spcPct val="80000"/>
              </a:lnSpc>
              <a:buFontTx/>
              <a:buAutoNum type="arabicPeriod"/>
              <a:defRPr/>
            </a:pPr>
            <a:endParaRPr lang="en-US" sz="2400"/>
          </a:p>
          <a:p>
            <a:pPr marL="381000" indent="-381000" eaLnBrk="1" hangingPunct="1">
              <a:lnSpc>
                <a:spcPct val="80000"/>
              </a:lnSpc>
              <a:buFontTx/>
              <a:buAutoNum type="arabicPeriod"/>
              <a:defRPr/>
            </a:pPr>
            <a:endParaRPr lang="en-US" sz="2400"/>
          </a:p>
          <a:p>
            <a:pPr marL="381000" indent="-381000" eaLnBrk="1" hangingPunct="1">
              <a:lnSpc>
                <a:spcPct val="80000"/>
              </a:lnSpc>
              <a:buFontTx/>
              <a:buAutoNum type="arabicPeriod"/>
              <a:defRPr/>
            </a:pPr>
            <a:r>
              <a:rPr lang="en-US" sz="2400"/>
              <a:t>Check the features that will participate in the topology. Also set the cluster tolerance.  </a:t>
            </a:r>
          </a:p>
          <a:p>
            <a:pPr marL="800100" lvl="1" indent="-342900" eaLnBrk="1" hangingPunct="1">
              <a:lnSpc>
                <a:spcPct val="80000"/>
              </a:lnSpc>
              <a:defRPr/>
            </a:pPr>
            <a:r>
              <a:rPr lang="en-US" sz="2000"/>
              <a:t>The cluster tolerance is the minimum distance vertices can be next to each other.  </a:t>
            </a:r>
          </a:p>
          <a:p>
            <a:pPr marL="800100" lvl="1" indent="-342900" eaLnBrk="1" hangingPunct="1">
              <a:lnSpc>
                <a:spcPct val="80000"/>
              </a:lnSpc>
              <a:defRPr/>
            </a:pPr>
            <a:r>
              <a:rPr lang="en-US" sz="2000"/>
              <a:t>If vertices fall within this distance, they will be snapped together.</a:t>
            </a:r>
          </a:p>
          <a:p>
            <a:pPr marL="381000" indent="-381000" eaLnBrk="1" hangingPunct="1">
              <a:lnSpc>
                <a:spcPct val="80000"/>
              </a:lnSpc>
              <a:buFontTx/>
              <a:buAutoNum type="arabicPeriod"/>
              <a:defRPr/>
            </a:pPr>
            <a:r>
              <a:rPr lang="en-US" sz="2400"/>
              <a:t>Click the Topology Edit tool       and click the features you want to edit using the map topology. The map topology is created for the features that are visible in the current display extent.</a:t>
            </a:r>
          </a:p>
        </p:txBody>
      </p:sp>
      <p:pic>
        <p:nvPicPr>
          <p:cNvPr id="65540" name="Picture 14">
            <a:extLst>
              <a:ext uri="{FF2B5EF4-FFF2-40B4-BE49-F238E27FC236}">
                <a16:creationId xmlns:a16="http://schemas.microsoft.com/office/drawing/2014/main" id="{C243878F-21AF-4295-992A-F848F42FD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514600"/>
            <a:ext cx="67056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15">
            <a:extLst>
              <a:ext uri="{FF2B5EF4-FFF2-40B4-BE49-F238E27FC236}">
                <a16:creationId xmlns:a16="http://schemas.microsoft.com/office/drawing/2014/main" id="{E9AE1D05-1274-4DD7-B899-C220DE3FD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5105400"/>
            <a:ext cx="45720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D3BA30BA-F7A5-40B2-87A1-49A8FB3E83A2}"/>
              </a:ext>
            </a:extLst>
          </p:cNvPr>
          <p:cNvSpPr>
            <a:spLocks noGrp="1" noChangeArrowheads="1"/>
          </p:cNvSpPr>
          <p:nvPr>
            <p:ph type="title"/>
          </p:nvPr>
        </p:nvSpPr>
        <p:spPr/>
        <p:txBody>
          <a:bodyPr/>
          <a:lstStyle/>
          <a:p>
            <a:pPr eaLnBrk="1" hangingPunct="1">
              <a:defRPr/>
            </a:pPr>
            <a:r>
              <a:rPr lang="en-US">
                <a:latin typeface="Verdana" pitchFamily="34" charset="0"/>
              </a:rPr>
              <a:t>Topology Edit Tool</a:t>
            </a:r>
          </a:p>
        </p:txBody>
      </p:sp>
      <p:sp>
        <p:nvSpPr>
          <p:cNvPr id="58371" name="Rectangle 3">
            <a:extLst>
              <a:ext uri="{FF2B5EF4-FFF2-40B4-BE49-F238E27FC236}">
                <a16:creationId xmlns:a16="http://schemas.microsoft.com/office/drawing/2014/main" id="{BD6D6DCB-B177-4F82-B650-9007EBEA329D}"/>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en-US" sz="2800"/>
              <a:t>Shortcut key Editing function </a:t>
            </a:r>
          </a:p>
          <a:p>
            <a:pPr eaLnBrk="1" hangingPunct="1">
              <a:defRPr/>
            </a:pPr>
            <a:r>
              <a:rPr lang="en-US" sz="2800"/>
              <a:t>Shift Add to/Remove from the selection </a:t>
            </a:r>
          </a:p>
          <a:p>
            <a:pPr eaLnBrk="1" hangingPunct="1">
              <a:defRPr/>
            </a:pPr>
            <a:r>
              <a:rPr lang="en-US" sz="2800"/>
              <a:t>Ctrl Move the selection anchor </a:t>
            </a:r>
          </a:p>
          <a:p>
            <a:pPr eaLnBrk="1" hangingPunct="1">
              <a:defRPr/>
            </a:pPr>
            <a:r>
              <a:rPr lang="en-US" sz="2800"/>
              <a:t>N key Select nodes </a:t>
            </a:r>
          </a:p>
          <a:p>
            <a:pPr eaLnBrk="1" hangingPunct="1">
              <a:defRPr/>
            </a:pPr>
            <a:r>
              <a:rPr lang="en-US" sz="2800"/>
              <a:t>E key Select edges </a:t>
            </a:r>
          </a:p>
          <a:p>
            <a:pPr eaLnBrk="1" hangingPunct="1">
              <a:defRPr/>
            </a:pPr>
            <a:r>
              <a:rPr lang="en-US" sz="2800"/>
              <a:t>S key Split and move node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6393785B-73B5-4AE2-9464-32B2B2B85C70}"/>
              </a:ext>
            </a:extLst>
          </p:cNvPr>
          <p:cNvSpPr>
            <a:spLocks noGrp="1" noChangeArrowheads="1"/>
          </p:cNvSpPr>
          <p:nvPr>
            <p:ph type="title"/>
          </p:nvPr>
        </p:nvSpPr>
        <p:spPr/>
        <p:txBody>
          <a:bodyPr/>
          <a:lstStyle/>
          <a:p>
            <a:pPr eaLnBrk="1" hangingPunct="1">
              <a:defRPr/>
            </a:pPr>
            <a:r>
              <a:rPr lang="en-US">
                <a:latin typeface="Verdana" pitchFamily="34" charset="0"/>
              </a:rPr>
              <a:t>Shared Features</a:t>
            </a:r>
          </a:p>
        </p:txBody>
      </p:sp>
      <p:sp>
        <p:nvSpPr>
          <p:cNvPr id="159747" name="Rectangle 3">
            <a:extLst>
              <a:ext uri="{FF2B5EF4-FFF2-40B4-BE49-F238E27FC236}">
                <a16:creationId xmlns:a16="http://schemas.microsoft.com/office/drawing/2014/main" id="{7E68F9C9-3EA1-49E0-82B0-03DA4C710452}"/>
              </a:ext>
            </a:extLst>
          </p:cNvPr>
          <p:cNvSpPr>
            <a:spLocks noGrp="1" noChangeArrowheads="1"/>
          </p:cNvSpPr>
          <p:nvPr>
            <p:ph type="body" idx="1"/>
          </p:nvPr>
        </p:nvSpPr>
        <p:spPr/>
        <p:txBody>
          <a:bodyPr/>
          <a:lstStyle/>
          <a:p>
            <a:pPr eaLnBrk="1" hangingPunct="1">
              <a:defRPr/>
            </a:pPr>
            <a:r>
              <a:rPr lang="en-US" sz="2800"/>
              <a:t>Choose which Features you want to participate</a:t>
            </a:r>
          </a:p>
        </p:txBody>
      </p:sp>
      <p:pic>
        <p:nvPicPr>
          <p:cNvPr id="67588" name="Picture 5">
            <a:extLst>
              <a:ext uri="{FF2B5EF4-FFF2-40B4-BE49-F238E27FC236}">
                <a16:creationId xmlns:a16="http://schemas.microsoft.com/office/drawing/2014/main" id="{B05BA0A8-518C-410E-8D39-63E1F2092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3505200"/>
            <a:ext cx="2981325" cy="216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89" name="Picture 6">
            <a:extLst>
              <a:ext uri="{FF2B5EF4-FFF2-40B4-BE49-F238E27FC236}">
                <a16:creationId xmlns:a16="http://schemas.microsoft.com/office/drawing/2014/main" id="{EDD1292B-1418-4076-B0EB-6CCE0ED4D9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533400"/>
            <a:ext cx="6858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5CDA3D8-3CB2-424B-8A69-47BBE46AC83C}"/>
              </a:ext>
            </a:extLst>
          </p:cNvPr>
          <p:cNvSpPr>
            <a:spLocks noGrp="1" noChangeArrowheads="1"/>
          </p:cNvSpPr>
          <p:nvPr>
            <p:ph type="title"/>
          </p:nvPr>
        </p:nvSpPr>
        <p:spPr/>
        <p:txBody>
          <a:bodyPr/>
          <a:lstStyle/>
          <a:p>
            <a:pPr eaLnBrk="1" hangingPunct="1">
              <a:defRPr/>
            </a:pPr>
            <a:r>
              <a:rPr lang="en-US">
                <a:latin typeface="Verdana" pitchFamily="34" charset="0"/>
              </a:rPr>
              <a:t>Selecting Features</a:t>
            </a:r>
          </a:p>
        </p:txBody>
      </p:sp>
      <p:sp>
        <p:nvSpPr>
          <p:cNvPr id="29699" name="Rectangle 3">
            <a:extLst>
              <a:ext uri="{FF2B5EF4-FFF2-40B4-BE49-F238E27FC236}">
                <a16:creationId xmlns:a16="http://schemas.microsoft.com/office/drawing/2014/main" id="{A78C2193-7F1E-4AD5-B612-6E72222A6B0A}"/>
              </a:ext>
            </a:extLst>
          </p:cNvPr>
          <p:cNvSpPr>
            <a:spLocks noGrp="1" noChangeArrowheads="1"/>
          </p:cNvSpPr>
          <p:nvPr>
            <p:ph type="body" idx="1"/>
          </p:nvPr>
        </p:nvSpPr>
        <p:spPr>
          <a:xfrm>
            <a:off x="381000" y="2057400"/>
            <a:ext cx="8229600" cy="4530725"/>
          </a:xfrm>
        </p:spPr>
        <p:txBody>
          <a:bodyPr/>
          <a:lstStyle/>
          <a:p>
            <a:pPr eaLnBrk="1" hangingPunct="1">
              <a:defRPr/>
            </a:pPr>
            <a:r>
              <a:rPr lang="en-US" sz="2800"/>
              <a:t>Ways to select features</a:t>
            </a:r>
          </a:p>
          <a:p>
            <a:pPr lvl="1" eaLnBrk="1" hangingPunct="1">
              <a:defRPr/>
            </a:pPr>
            <a:r>
              <a:rPr lang="en-US"/>
              <a:t>Use the selection tools</a:t>
            </a:r>
          </a:p>
          <a:p>
            <a:pPr lvl="1" eaLnBrk="1" hangingPunct="1">
              <a:defRPr/>
            </a:pPr>
            <a:r>
              <a:rPr lang="en-US"/>
              <a:t>Use the editing tools</a:t>
            </a:r>
          </a:p>
          <a:p>
            <a:pPr lvl="1" eaLnBrk="1" hangingPunct="1">
              <a:defRPr/>
            </a:pPr>
            <a:r>
              <a:rPr lang="en-US"/>
              <a:t>Select by attributes</a:t>
            </a:r>
          </a:p>
          <a:p>
            <a:pPr lvl="1" eaLnBrk="1" hangingPunct="1">
              <a:defRPr/>
            </a:pPr>
            <a:r>
              <a:rPr lang="en-US"/>
              <a:t>Select by location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1C0FFEB-DDF0-4363-B851-1EEBF153E1E0}"/>
              </a:ext>
            </a:extLst>
          </p:cNvPr>
          <p:cNvSpPr>
            <a:spLocks noGrp="1" noChangeArrowheads="1"/>
          </p:cNvSpPr>
          <p:nvPr>
            <p:ph type="title"/>
          </p:nvPr>
        </p:nvSpPr>
        <p:spPr/>
        <p:txBody>
          <a:bodyPr/>
          <a:lstStyle/>
          <a:p>
            <a:pPr eaLnBrk="1" hangingPunct="1">
              <a:defRPr/>
            </a:pPr>
            <a:r>
              <a:rPr lang="en-US">
                <a:latin typeface="Verdana" pitchFamily="34" charset="0"/>
              </a:rPr>
              <a:t>Selection Tab</a:t>
            </a:r>
          </a:p>
        </p:txBody>
      </p:sp>
      <p:sp>
        <p:nvSpPr>
          <p:cNvPr id="34819" name="Rectangle 3">
            <a:extLst>
              <a:ext uri="{FF2B5EF4-FFF2-40B4-BE49-F238E27FC236}">
                <a16:creationId xmlns:a16="http://schemas.microsoft.com/office/drawing/2014/main" id="{97900BDF-42A2-4092-AFA4-9A62EE9E7915}"/>
              </a:ext>
            </a:extLst>
          </p:cNvPr>
          <p:cNvSpPr>
            <a:spLocks noGrp="1" noChangeArrowheads="1"/>
          </p:cNvSpPr>
          <p:nvPr>
            <p:ph type="body" idx="1"/>
          </p:nvPr>
        </p:nvSpPr>
        <p:spPr>
          <a:xfrm>
            <a:off x="457200" y="1600200"/>
            <a:ext cx="5410200" cy="4530725"/>
          </a:xfrm>
        </p:spPr>
        <p:txBody>
          <a:bodyPr/>
          <a:lstStyle/>
          <a:p>
            <a:pPr eaLnBrk="1" hangingPunct="1">
              <a:defRPr/>
            </a:pPr>
            <a:r>
              <a:rPr lang="en-US" sz="2800"/>
              <a:t>Use selection tab for setting and unselecting features</a:t>
            </a:r>
          </a:p>
          <a:p>
            <a:pPr eaLnBrk="1" hangingPunct="1">
              <a:buFont typeface="Wingdings" panose="05000000000000000000" pitchFamily="2" charset="2"/>
              <a:buNone/>
              <a:defRPr/>
            </a:pPr>
            <a:endParaRPr lang="en-US" sz="2800"/>
          </a:p>
          <a:p>
            <a:pPr eaLnBrk="1" hangingPunct="1">
              <a:defRPr/>
            </a:pPr>
            <a:r>
              <a:rPr lang="en-US" sz="2800"/>
              <a:t>Bold layers have features selected and count</a:t>
            </a:r>
          </a:p>
          <a:p>
            <a:pPr eaLnBrk="1" hangingPunct="1">
              <a:buFont typeface="Wingdings" panose="05000000000000000000" pitchFamily="2" charset="2"/>
              <a:buNone/>
              <a:defRPr/>
            </a:pPr>
            <a:endParaRPr lang="en-US" sz="2800"/>
          </a:p>
          <a:p>
            <a:pPr eaLnBrk="1" hangingPunct="1">
              <a:defRPr/>
            </a:pPr>
            <a:r>
              <a:rPr lang="en-US" sz="2800"/>
              <a:t>Right click for other selection options</a:t>
            </a:r>
          </a:p>
        </p:txBody>
      </p:sp>
      <p:pic>
        <p:nvPicPr>
          <p:cNvPr id="69636" name="Picture 4">
            <a:extLst>
              <a:ext uri="{FF2B5EF4-FFF2-40B4-BE49-F238E27FC236}">
                <a16:creationId xmlns:a16="http://schemas.microsoft.com/office/drawing/2014/main" id="{E5B28FF7-6249-443F-A4D5-FCA8DB166C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8963" y="1371600"/>
            <a:ext cx="2757487"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a:extLst>
              <a:ext uri="{FF2B5EF4-FFF2-40B4-BE49-F238E27FC236}">
                <a16:creationId xmlns:a16="http://schemas.microsoft.com/office/drawing/2014/main" id="{9D91D3FC-D66E-4C28-BEE0-1B907DABE0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4495800"/>
            <a:ext cx="25717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31EC140C-0DE6-447B-874D-CB82BCCE40BD}"/>
              </a:ext>
            </a:extLst>
          </p:cNvPr>
          <p:cNvSpPr>
            <a:spLocks noGrp="1" noChangeArrowheads="1"/>
          </p:cNvSpPr>
          <p:nvPr>
            <p:ph type="title"/>
          </p:nvPr>
        </p:nvSpPr>
        <p:spPr/>
        <p:txBody>
          <a:bodyPr/>
          <a:lstStyle/>
          <a:p>
            <a:pPr eaLnBrk="1" hangingPunct="1">
              <a:defRPr/>
            </a:pPr>
            <a:r>
              <a:rPr lang="en-US">
                <a:latin typeface="Verdana" pitchFamily="34" charset="0"/>
              </a:rPr>
              <a:t>Hidden Selection Tools</a:t>
            </a:r>
          </a:p>
        </p:txBody>
      </p:sp>
      <p:sp>
        <p:nvSpPr>
          <p:cNvPr id="160771" name="Rectangle 3">
            <a:extLst>
              <a:ext uri="{FF2B5EF4-FFF2-40B4-BE49-F238E27FC236}">
                <a16:creationId xmlns:a16="http://schemas.microsoft.com/office/drawing/2014/main" id="{C6F8684F-2C39-4CFD-8CA9-6EDB45CB8BD2}"/>
              </a:ext>
            </a:extLst>
          </p:cNvPr>
          <p:cNvSpPr>
            <a:spLocks noGrp="1" noChangeArrowheads="1"/>
          </p:cNvSpPr>
          <p:nvPr>
            <p:ph type="body" idx="1"/>
          </p:nvPr>
        </p:nvSpPr>
        <p:spPr>
          <a:xfrm>
            <a:off x="457200" y="1600200"/>
            <a:ext cx="3810000" cy="4530725"/>
          </a:xfrm>
        </p:spPr>
        <p:txBody>
          <a:bodyPr/>
          <a:lstStyle/>
          <a:p>
            <a:pPr eaLnBrk="1" hangingPunct="1">
              <a:defRPr/>
            </a:pPr>
            <a:r>
              <a:rPr lang="en-US" sz="2800"/>
              <a:t>Buried selection tools found in the customize options</a:t>
            </a:r>
          </a:p>
          <a:p>
            <a:pPr eaLnBrk="1" hangingPunct="1">
              <a:buFont typeface="Wingdings" panose="05000000000000000000" pitchFamily="2" charset="2"/>
              <a:buNone/>
              <a:defRPr/>
            </a:pPr>
            <a:endParaRPr lang="en-US" sz="2800"/>
          </a:p>
          <a:p>
            <a:pPr eaLnBrk="1" hangingPunct="1">
              <a:defRPr/>
            </a:pPr>
            <a:r>
              <a:rPr lang="en-US" sz="2800"/>
              <a:t>Add to a Toolbar or Context Menu</a:t>
            </a:r>
          </a:p>
          <a:p>
            <a:pPr eaLnBrk="1" hangingPunct="1">
              <a:defRPr/>
            </a:pPr>
            <a:endParaRPr lang="en-US" sz="2800"/>
          </a:p>
        </p:txBody>
      </p:sp>
      <p:grpSp>
        <p:nvGrpSpPr>
          <p:cNvPr id="70660" name="Group 10">
            <a:extLst>
              <a:ext uri="{FF2B5EF4-FFF2-40B4-BE49-F238E27FC236}">
                <a16:creationId xmlns:a16="http://schemas.microsoft.com/office/drawing/2014/main" id="{86ED0D70-2FB3-4B62-9594-C36BAAA567C1}"/>
              </a:ext>
            </a:extLst>
          </p:cNvPr>
          <p:cNvGrpSpPr>
            <a:grpSpLocks/>
          </p:cNvGrpSpPr>
          <p:nvPr/>
        </p:nvGrpSpPr>
        <p:grpSpPr bwMode="auto">
          <a:xfrm>
            <a:off x="5257800" y="1524000"/>
            <a:ext cx="3505200" cy="3733800"/>
            <a:chOff x="3312" y="960"/>
            <a:chExt cx="2208" cy="2352"/>
          </a:xfrm>
        </p:grpSpPr>
        <p:sp>
          <p:nvSpPr>
            <p:cNvPr id="70661" name="Rectangle 9">
              <a:extLst>
                <a:ext uri="{FF2B5EF4-FFF2-40B4-BE49-F238E27FC236}">
                  <a16:creationId xmlns:a16="http://schemas.microsoft.com/office/drawing/2014/main" id="{988D7C13-EE87-41C4-BD7B-5A2CD129968F}"/>
                </a:ext>
              </a:extLst>
            </p:cNvPr>
            <p:cNvSpPr>
              <a:spLocks noChangeArrowheads="1"/>
            </p:cNvSpPr>
            <p:nvPr/>
          </p:nvSpPr>
          <p:spPr bwMode="auto">
            <a:xfrm>
              <a:off x="3312" y="960"/>
              <a:ext cx="2208" cy="2352"/>
            </a:xfrm>
            <a:prstGeom prst="rect">
              <a:avLst/>
            </a:prstGeom>
            <a:solidFill>
              <a:schemeClr val="tx1"/>
            </a:solidFill>
            <a:ln>
              <a:noFill/>
            </a:ln>
            <a:effectLst/>
            <a:extLst>
              <a:ext uri="{91240B29-F687-4F45-9708-019B960494DF}">
                <a14:hiddenLine xmlns:a14="http://schemas.microsoft.com/office/drawing/2010/main" w="31750">
                  <a:solidFill>
                    <a:srgbClr val="DB03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pic>
          <p:nvPicPr>
            <p:cNvPr id="70662" name="Picture 5">
              <a:extLst>
                <a:ext uri="{FF2B5EF4-FFF2-40B4-BE49-F238E27FC236}">
                  <a16:creationId xmlns:a16="http://schemas.microsoft.com/office/drawing/2014/main" id="{BE68071C-713E-49CF-A592-8F74A55B4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8" y="1536"/>
              <a:ext cx="1969" cy="1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3" name="Picture 7">
              <a:extLst>
                <a:ext uri="{FF2B5EF4-FFF2-40B4-BE49-F238E27FC236}">
                  <a16:creationId xmlns:a16="http://schemas.microsoft.com/office/drawing/2014/main" id="{096CB9FF-5D49-44C2-9661-05692B7448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8" y="2784"/>
              <a:ext cx="1831"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4" name="Picture 8">
              <a:extLst>
                <a:ext uri="{FF2B5EF4-FFF2-40B4-BE49-F238E27FC236}">
                  <a16:creationId xmlns:a16="http://schemas.microsoft.com/office/drawing/2014/main" id="{9BEE37F2-DA56-484B-92E3-CB368118E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8" y="1104"/>
              <a:ext cx="18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604A9CA5-F8AF-46B2-8847-5C6BF34C7941}"/>
              </a:ext>
            </a:extLst>
          </p:cNvPr>
          <p:cNvSpPr>
            <a:spLocks noGrp="1" noChangeArrowheads="1"/>
          </p:cNvSpPr>
          <p:nvPr>
            <p:ph type="title"/>
          </p:nvPr>
        </p:nvSpPr>
        <p:spPr/>
        <p:txBody>
          <a:bodyPr/>
          <a:lstStyle/>
          <a:p>
            <a:pPr eaLnBrk="1" hangingPunct="1">
              <a:defRPr/>
            </a:pPr>
            <a:r>
              <a:rPr lang="en-US">
                <a:latin typeface="Verdana" pitchFamily="34" charset="0"/>
              </a:rPr>
              <a:t>Select by Attributes</a:t>
            </a:r>
          </a:p>
        </p:txBody>
      </p:sp>
      <p:sp>
        <p:nvSpPr>
          <p:cNvPr id="109571" name="AutoShape 3">
            <a:extLst>
              <a:ext uri="{FF2B5EF4-FFF2-40B4-BE49-F238E27FC236}">
                <a16:creationId xmlns:a16="http://schemas.microsoft.com/office/drawing/2014/main" id="{458FD398-0C09-418A-9C54-F9F6C2A9B7F4}"/>
              </a:ext>
            </a:extLst>
          </p:cNvPr>
          <p:cNvSpPr>
            <a:spLocks noGrp="1" noChangeAspect="1" noChangeArrowheads="1"/>
          </p:cNvSpPr>
          <p:nvPr>
            <p:ph type="body" idx="1"/>
          </p:nvPr>
        </p:nvSpPr>
        <p:spPr>
          <a:xfrm>
            <a:off x="457200" y="1600200"/>
            <a:ext cx="4114800" cy="4530725"/>
          </a:xfrm>
        </p:spPr>
        <p:txBody>
          <a:bodyPr/>
          <a:lstStyle/>
          <a:p>
            <a:pPr eaLnBrk="1" hangingPunct="1">
              <a:defRPr/>
            </a:pPr>
            <a:r>
              <a:rPr lang="en-US" sz="2800"/>
              <a:t>Create SQL to create-add-remove or select from based on desired criteria</a:t>
            </a:r>
          </a:p>
          <a:p>
            <a:pPr eaLnBrk="1" hangingPunct="1">
              <a:defRPr/>
            </a:pPr>
            <a:endParaRPr lang="en-US" sz="2800"/>
          </a:p>
          <a:p>
            <a:pPr eaLnBrk="1" hangingPunct="1">
              <a:defRPr/>
            </a:pPr>
            <a:r>
              <a:rPr lang="en-US" sz="2800"/>
              <a:t>Ability to save and re-run</a:t>
            </a:r>
          </a:p>
        </p:txBody>
      </p:sp>
      <p:pic>
        <p:nvPicPr>
          <p:cNvPr id="71684" name="Picture 4">
            <a:extLst>
              <a:ext uri="{FF2B5EF4-FFF2-40B4-BE49-F238E27FC236}">
                <a16:creationId xmlns:a16="http://schemas.microsoft.com/office/drawing/2014/main" id="{7A01BEC4-C89A-454E-8592-9F75DBD1E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1371600"/>
            <a:ext cx="356235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E630981-DC04-457B-B06E-2FB6CF077C4B}"/>
              </a:ext>
            </a:extLst>
          </p:cNvPr>
          <p:cNvSpPr>
            <a:spLocks noGrp="1" noChangeArrowheads="1"/>
          </p:cNvSpPr>
          <p:nvPr>
            <p:ph type="title"/>
          </p:nvPr>
        </p:nvSpPr>
        <p:spPr/>
        <p:txBody>
          <a:bodyPr/>
          <a:lstStyle/>
          <a:p>
            <a:pPr eaLnBrk="1" hangingPunct="1">
              <a:defRPr/>
            </a:pPr>
            <a:r>
              <a:rPr lang="en-US">
                <a:latin typeface="Verdana" pitchFamily="34" charset="0"/>
              </a:rPr>
              <a:t>Unselect Individual Features</a:t>
            </a:r>
          </a:p>
        </p:txBody>
      </p:sp>
      <p:sp>
        <p:nvSpPr>
          <p:cNvPr id="33795" name="Rectangle 3">
            <a:extLst>
              <a:ext uri="{FF2B5EF4-FFF2-40B4-BE49-F238E27FC236}">
                <a16:creationId xmlns:a16="http://schemas.microsoft.com/office/drawing/2014/main" id="{6BFECA9D-5B29-44D0-A062-840131BAA662}"/>
              </a:ext>
            </a:extLst>
          </p:cNvPr>
          <p:cNvSpPr>
            <a:spLocks noGrp="1" noChangeArrowheads="1"/>
          </p:cNvSpPr>
          <p:nvPr>
            <p:ph type="body" idx="1"/>
          </p:nvPr>
        </p:nvSpPr>
        <p:spPr/>
        <p:txBody>
          <a:bodyPr/>
          <a:lstStyle/>
          <a:p>
            <a:pPr eaLnBrk="1" hangingPunct="1">
              <a:defRPr/>
            </a:pPr>
            <a:r>
              <a:rPr lang="en-US" sz="2800"/>
              <a:t>Hold Shift &amp; click on feature</a:t>
            </a:r>
          </a:p>
          <a:p>
            <a:pPr eaLnBrk="1" hangingPunct="1">
              <a:defRPr/>
            </a:pPr>
            <a:r>
              <a:rPr lang="en-US" sz="2800"/>
              <a:t>Right click on attribute window and select unselect</a:t>
            </a:r>
          </a:p>
        </p:txBody>
      </p:sp>
      <p:pic>
        <p:nvPicPr>
          <p:cNvPr id="72708" name="Picture 4">
            <a:extLst>
              <a:ext uri="{FF2B5EF4-FFF2-40B4-BE49-F238E27FC236}">
                <a16:creationId xmlns:a16="http://schemas.microsoft.com/office/drawing/2014/main" id="{B1E018A2-00A5-4B1F-A042-D5AE82BC9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3657600"/>
            <a:ext cx="5553075"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0DE4408-09E3-4382-A79B-8B4A08785AE1}"/>
              </a:ext>
            </a:extLst>
          </p:cNvPr>
          <p:cNvSpPr>
            <a:spLocks noGrp="1" noChangeArrowheads="1"/>
          </p:cNvSpPr>
          <p:nvPr>
            <p:ph type="title"/>
          </p:nvPr>
        </p:nvSpPr>
        <p:spPr/>
        <p:txBody>
          <a:bodyPr/>
          <a:lstStyle/>
          <a:p>
            <a:pPr eaLnBrk="1" hangingPunct="1">
              <a:defRPr/>
            </a:pPr>
            <a:r>
              <a:rPr lang="en-US">
                <a:latin typeface="Verdana" pitchFamily="34" charset="0"/>
              </a:rPr>
              <a:t>Layer Selection Options</a:t>
            </a:r>
          </a:p>
        </p:txBody>
      </p:sp>
      <p:sp>
        <p:nvSpPr>
          <p:cNvPr id="31747" name="Rectangle 3">
            <a:extLst>
              <a:ext uri="{FF2B5EF4-FFF2-40B4-BE49-F238E27FC236}">
                <a16:creationId xmlns:a16="http://schemas.microsoft.com/office/drawing/2014/main" id="{67E52D51-FBE2-4D52-8273-F288F38CC7C9}"/>
              </a:ext>
            </a:extLst>
          </p:cNvPr>
          <p:cNvSpPr>
            <a:spLocks noGrp="1" noChangeArrowheads="1"/>
          </p:cNvSpPr>
          <p:nvPr>
            <p:ph type="body" idx="1"/>
          </p:nvPr>
        </p:nvSpPr>
        <p:spPr/>
        <p:txBody>
          <a:bodyPr/>
          <a:lstStyle/>
          <a:p>
            <a:pPr eaLnBrk="1" hangingPunct="1">
              <a:defRPr/>
            </a:pPr>
            <a:r>
              <a:rPr lang="en-US" sz="2800"/>
              <a:t>Options available for feature layer by right clicking</a:t>
            </a:r>
          </a:p>
          <a:p>
            <a:pPr eaLnBrk="1" hangingPunct="1">
              <a:defRPr/>
            </a:pPr>
            <a:r>
              <a:rPr lang="en-US" sz="2800"/>
              <a:t>Create layer of selected features for display</a:t>
            </a:r>
          </a:p>
          <a:p>
            <a:pPr eaLnBrk="1" hangingPunct="1">
              <a:defRPr/>
            </a:pPr>
            <a:r>
              <a:rPr lang="en-US" sz="2800"/>
              <a:t>Make this the only selectable layer</a:t>
            </a:r>
          </a:p>
        </p:txBody>
      </p:sp>
      <p:pic>
        <p:nvPicPr>
          <p:cNvPr id="73732" name="Picture 4">
            <a:extLst>
              <a:ext uri="{FF2B5EF4-FFF2-40B4-BE49-F238E27FC236}">
                <a16:creationId xmlns:a16="http://schemas.microsoft.com/office/drawing/2014/main" id="{6190BA1C-30BF-4DAE-8D08-99BF39EFE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495800"/>
            <a:ext cx="25717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0BCE401-9A12-493A-8CF2-4E2F6DCF9C02}"/>
              </a:ext>
            </a:extLst>
          </p:cNvPr>
          <p:cNvSpPr>
            <a:spLocks noGrp="1" noChangeArrowheads="1"/>
          </p:cNvSpPr>
          <p:nvPr>
            <p:ph type="title"/>
          </p:nvPr>
        </p:nvSpPr>
        <p:spPr/>
        <p:txBody>
          <a:bodyPr/>
          <a:lstStyle/>
          <a:p>
            <a:pPr eaLnBrk="1" hangingPunct="1">
              <a:defRPr/>
            </a:pPr>
            <a:r>
              <a:rPr lang="en-US">
                <a:latin typeface="Verdana" pitchFamily="34" charset="0"/>
              </a:rPr>
              <a:t>Selecting the “Next” Feature</a:t>
            </a:r>
          </a:p>
        </p:txBody>
      </p:sp>
      <p:sp>
        <p:nvSpPr>
          <p:cNvPr id="32771" name="Rectangle 3">
            <a:extLst>
              <a:ext uri="{FF2B5EF4-FFF2-40B4-BE49-F238E27FC236}">
                <a16:creationId xmlns:a16="http://schemas.microsoft.com/office/drawing/2014/main" id="{D45138DE-164C-4276-8C38-D3B8D54ADAE3}"/>
              </a:ext>
            </a:extLst>
          </p:cNvPr>
          <p:cNvSpPr>
            <a:spLocks noGrp="1" noChangeArrowheads="1"/>
          </p:cNvSpPr>
          <p:nvPr>
            <p:ph type="body" idx="1"/>
          </p:nvPr>
        </p:nvSpPr>
        <p:spPr/>
        <p:txBody>
          <a:bodyPr/>
          <a:lstStyle/>
          <a:p>
            <a:pPr eaLnBrk="1" hangingPunct="1">
              <a:defRPr/>
            </a:pPr>
            <a:r>
              <a:rPr lang="en-US" sz="2800"/>
              <a:t>If multiple features are stacked on top of one another pressing the n key will cycle through the features</a:t>
            </a:r>
          </a:p>
        </p:txBody>
      </p:sp>
      <p:pic>
        <p:nvPicPr>
          <p:cNvPr id="74756" name="Picture 4">
            <a:extLst>
              <a:ext uri="{FF2B5EF4-FFF2-40B4-BE49-F238E27FC236}">
                <a16:creationId xmlns:a16="http://schemas.microsoft.com/office/drawing/2014/main" id="{4D101937-A765-4BB0-A291-DA5BD54D1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352800"/>
            <a:ext cx="6858000" cy="277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DCDB6F47-35A0-4B79-BC2D-AD374BD245DE}"/>
              </a:ext>
            </a:extLst>
          </p:cNvPr>
          <p:cNvSpPr>
            <a:spLocks noGrp="1" noChangeArrowheads="1"/>
          </p:cNvSpPr>
          <p:nvPr>
            <p:ph type="title"/>
          </p:nvPr>
        </p:nvSpPr>
        <p:spPr/>
        <p:txBody>
          <a:bodyPr/>
          <a:lstStyle/>
          <a:p>
            <a:pPr eaLnBrk="1" hangingPunct="1">
              <a:defRPr/>
            </a:pPr>
            <a:r>
              <a:rPr lang="en-US">
                <a:latin typeface="Verdana" pitchFamily="34" charset="0"/>
              </a:rPr>
              <a:t>Select By Location</a:t>
            </a:r>
          </a:p>
        </p:txBody>
      </p:sp>
      <p:sp>
        <p:nvSpPr>
          <p:cNvPr id="162819" name="Rectangle 3">
            <a:extLst>
              <a:ext uri="{FF2B5EF4-FFF2-40B4-BE49-F238E27FC236}">
                <a16:creationId xmlns:a16="http://schemas.microsoft.com/office/drawing/2014/main" id="{8FD09FA8-62A2-4097-9A70-B95A500F1C28}"/>
              </a:ext>
            </a:extLst>
          </p:cNvPr>
          <p:cNvSpPr>
            <a:spLocks noGrp="1" noChangeArrowheads="1"/>
          </p:cNvSpPr>
          <p:nvPr>
            <p:ph type="body" idx="1"/>
          </p:nvPr>
        </p:nvSpPr>
        <p:spPr>
          <a:xfrm>
            <a:off x="457200" y="1600200"/>
            <a:ext cx="4572000" cy="4530725"/>
          </a:xfrm>
        </p:spPr>
        <p:txBody>
          <a:bodyPr/>
          <a:lstStyle/>
          <a:p>
            <a:pPr eaLnBrk="1" hangingPunct="1">
              <a:defRPr/>
            </a:pPr>
            <a:r>
              <a:rPr lang="en-US" sz="2800"/>
              <a:t>Selected features based on spatial proximity</a:t>
            </a:r>
          </a:p>
          <a:p>
            <a:pPr eaLnBrk="1" hangingPunct="1">
              <a:buFont typeface="Wingdings" panose="05000000000000000000" pitchFamily="2" charset="2"/>
              <a:buNone/>
              <a:defRPr/>
            </a:pPr>
            <a:endParaRPr lang="en-US" sz="2800"/>
          </a:p>
          <a:p>
            <a:pPr eaLnBrk="1" hangingPunct="1">
              <a:defRPr/>
            </a:pPr>
            <a:r>
              <a:rPr lang="en-US" sz="2800"/>
              <a:t>Can be used in conjunction with other selection operations for result</a:t>
            </a:r>
          </a:p>
          <a:p>
            <a:pPr eaLnBrk="1" hangingPunct="1">
              <a:defRPr/>
            </a:pPr>
            <a:endParaRPr lang="en-US" sz="2800"/>
          </a:p>
        </p:txBody>
      </p:sp>
      <p:pic>
        <p:nvPicPr>
          <p:cNvPr id="75780" name="Picture 4">
            <a:extLst>
              <a:ext uri="{FF2B5EF4-FFF2-40B4-BE49-F238E27FC236}">
                <a16:creationId xmlns:a16="http://schemas.microsoft.com/office/drawing/2014/main" id="{3A262A72-E29E-427C-A8A2-6B61F7D79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219200"/>
            <a:ext cx="3905250" cy="546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0833D49-0260-49C7-ADEC-9021DB95D09F}"/>
              </a:ext>
            </a:extLst>
          </p:cNvPr>
          <p:cNvSpPr>
            <a:spLocks noGrp="1" noChangeArrowheads="1"/>
          </p:cNvSpPr>
          <p:nvPr>
            <p:ph type="title"/>
          </p:nvPr>
        </p:nvSpPr>
        <p:spPr/>
        <p:txBody>
          <a:bodyPr/>
          <a:lstStyle/>
          <a:p>
            <a:pPr eaLnBrk="1" hangingPunct="1">
              <a:defRPr/>
            </a:pPr>
            <a:r>
              <a:rPr lang="en-US">
                <a:latin typeface="Verdana" pitchFamily="34" charset="0"/>
              </a:rPr>
              <a:t>Bulk Editing</a:t>
            </a:r>
          </a:p>
        </p:txBody>
      </p:sp>
      <p:sp>
        <p:nvSpPr>
          <p:cNvPr id="35843" name="Rectangle 3">
            <a:extLst>
              <a:ext uri="{FF2B5EF4-FFF2-40B4-BE49-F238E27FC236}">
                <a16:creationId xmlns:a16="http://schemas.microsoft.com/office/drawing/2014/main" id="{B75C7DAD-7A41-4FE6-9E73-93D42347B475}"/>
              </a:ext>
            </a:extLst>
          </p:cNvPr>
          <p:cNvSpPr>
            <a:spLocks noGrp="1" noChangeArrowheads="1"/>
          </p:cNvSpPr>
          <p:nvPr>
            <p:ph type="body" idx="1"/>
          </p:nvPr>
        </p:nvSpPr>
        <p:spPr/>
        <p:txBody>
          <a:bodyPr/>
          <a:lstStyle/>
          <a:p>
            <a:pPr eaLnBrk="1" hangingPunct="1">
              <a:defRPr/>
            </a:pPr>
            <a:r>
              <a:rPr lang="en-US" sz="2800"/>
              <a:t>Ways to update multiple features quickly and accurately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B6BEA0D-C318-480D-8858-D6947C461289}"/>
              </a:ext>
            </a:extLst>
          </p:cNvPr>
          <p:cNvSpPr>
            <a:spLocks noGrp="1" noChangeArrowheads="1"/>
          </p:cNvSpPr>
          <p:nvPr>
            <p:ph type="title"/>
          </p:nvPr>
        </p:nvSpPr>
        <p:spPr/>
        <p:txBody>
          <a:bodyPr/>
          <a:lstStyle/>
          <a:p>
            <a:pPr eaLnBrk="1" hangingPunct="1">
              <a:defRPr/>
            </a:pPr>
            <a:r>
              <a:rPr lang="en-US" sz="4000">
                <a:latin typeface="Verdana" pitchFamily="34" charset="0"/>
              </a:rPr>
              <a:t>Bulk Editing Using the Attributes Window</a:t>
            </a:r>
          </a:p>
        </p:txBody>
      </p:sp>
      <p:sp>
        <p:nvSpPr>
          <p:cNvPr id="38915" name="Rectangle 3">
            <a:extLst>
              <a:ext uri="{FF2B5EF4-FFF2-40B4-BE49-F238E27FC236}">
                <a16:creationId xmlns:a16="http://schemas.microsoft.com/office/drawing/2014/main" id="{C4738848-110A-4729-A2DF-11BAABDA66A8}"/>
              </a:ext>
            </a:extLst>
          </p:cNvPr>
          <p:cNvSpPr>
            <a:spLocks noGrp="1" noChangeArrowheads="1"/>
          </p:cNvSpPr>
          <p:nvPr>
            <p:ph type="body" idx="1"/>
          </p:nvPr>
        </p:nvSpPr>
        <p:spPr/>
        <p:txBody>
          <a:bodyPr/>
          <a:lstStyle/>
          <a:p>
            <a:pPr eaLnBrk="1" hangingPunct="1">
              <a:defRPr/>
            </a:pPr>
            <a:r>
              <a:rPr lang="en-US" sz="2800"/>
              <a:t>Clicking on the top most heading then entering in the value will update all attributes of that feature</a:t>
            </a:r>
          </a:p>
        </p:txBody>
      </p:sp>
      <p:pic>
        <p:nvPicPr>
          <p:cNvPr id="77828" name="Picture 4">
            <a:extLst>
              <a:ext uri="{FF2B5EF4-FFF2-40B4-BE49-F238E27FC236}">
                <a16:creationId xmlns:a16="http://schemas.microsoft.com/office/drawing/2014/main" id="{8B6B8B50-97A4-4681-B0D4-FDB3CB9EBA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3581400"/>
            <a:ext cx="3648075"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9" name="Oval 5">
            <a:extLst>
              <a:ext uri="{FF2B5EF4-FFF2-40B4-BE49-F238E27FC236}">
                <a16:creationId xmlns:a16="http://schemas.microsoft.com/office/drawing/2014/main" id="{1768E8A4-8758-4C64-A5B5-0F86FBF4710A}"/>
              </a:ext>
            </a:extLst>
          </p:cNvPr>
          <p:cNvSpPr>
            <a:spLocks noChangeArrowheads="1"/>
          </p:cNvSpPr>
          <p:nvPr/>
        </p:nvSpPr>
        <p:spPr bwMode="auto">
          <a:xfrm>
            <a:off x="3810000" y="3581400"/>
            <a:ext cx="990600" cy="533400"/>
          </a:xfrm>
          <a:prstGeom prst="ellipse">
            <a:avLst/>
          </a:prstGeom>
          <a:noFill/>
          <a:ln w="254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C3B5A68-4611-44D7-AA41-1672F3A62735}"/>
              </a:ext>
            </a:extLst>
          </p:cNvPr>
          <p:cNvSpPr>
            <a:spLocks noGrp="1" noChangeArrowheads="1"/>
          </p:cNvSpPr>
          <p:nvPr>
            <p:ph type="title"/>
          </p:nvPr>
        </p:nvSpPr>
        <p:spPr/>
        <p:txBody>
          <a:bodyPr/>
          <a:lstStyle/>
          <a:p>
            <a:pPr eaLnBrk="1" hangingPunct="1">
              <a:defRPr/>
            </a:pPr>
            <a:r>
              <a:rPr lang="en-US" sz="4000">
                <a:latin typeface="Verdana" pitchFamily="34" charset="0"/>
              </a:rPr>
              <a:t>Field Calculator For Updating Multiple Records</a:t>
            </a:r>
          </a:p>
        </p:txBody>
      </p:sp>
      <p:sp>
        <p:nvSpPr>
          <p:cNvPr id="37891" name="Rectangle 3">
            <a:extLst>
              <a:ext uri="{FF2B5EF4-FFF2-40B4-BE49-F238E27FC236}">
                <a16:creationId xmlns:a16="http://schemas.microsoft.com/office/drawing/2014/main" id="{E076D970-A514-4674-A9FE-0718CB0CA980}"/>
              </a:ext>
            </a:extLst>
          </p:cNvPr>
          <p:cNvSpPr>
            <a:spLocks noGrp="1" noChangeArrowheads="1"/>
          </p:cNvSpPr>
          <p:nvPr>
            <p:ph type="body" idx="1"/>
          </p:nvPr>
        </p:nvSpPr>
        <p:spPr/>
        <p:txBody>
          <a:bodyPr/>
          <a:lstStyle/>
          <a:p>
            <a:pPr eaLnBrk="1" hangingPunct="1">
              <a:defRPr/>
            </a:pPr>
            <a:r>
              <a:rPr lang="en-US" sz="2800"/>
              <a:t>Updates all features if none are selected</a:t>
            </a:r>
          </a:p>
          <a:p>
            <a:pPr eaLnBrk="1" hangingPunct="1">
              <a:defRPr/>
            </a:pPr>
            <a:r>
              <a:rPr lang="en-US" sz="2800"/>
              <a:t>Updates only the selected features if features are selected</a:t>
            </a:r>
          </a:p>
          <a:p>
            <a:pPr eaLnBrk="1" hangingPunct="1">
              <a:defRPr/>
            </a:pPr>
            <a:r>
              <a:rPr lang="en-US" sz="2800"/>
              <a:t>Right click on the attribute table and choose calculate values</a:t>
            </a:r>
          </a:p>
        </p:txBody>
      </p:sp>
      <p:pic>
        <p:nvPicPr>
          <p:cNvPr id="78852" name="Picture 4">
            <a:extLst>
              <a:ext uri="{FF2B5EF4-FFF2-40B4-BE49-F238E27FC236}">
                <a16:creationId xmlns:a16="http://schemas.microsoft.com/office/drawing/2014/main" id="{5256658E-1C6C-4F29-A19D-ED7F14F8F6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4495800"/>
            <a:ext cx="527685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8E0A2ADD-A413-4578-8B7D-7C5A9B8D473B}"/>
              </a:ext>
            </a:extLst>
          </p:cNvPr>
          <p:cNvSpPr>
            <a:spLocks noGrp="1" noChangeArrowheads="1"/>
          </p:cNvSpPr>
          <p:nvPr>
            <p:ph type="title"/>
          </p:nvPr>
        </p:nvSpPr>
        <p:spPr/>
        <p:txBody>
          <a:bodyPr/>
          <a:lstStyle/>
          <a:p>
            <a:pPr eaLnBrk="1" hangingPunct="1">
              <a:defRPr/>
            </a:pPr>
            <a:r>
              <a:rPr lang="en-US">
                <a:latin typeface="Verdana" pitchFamily="34" charset="0"/>
              </a:rPr>
              <a:t>Field Calculator</a:t>
            </a:r>
          </a:p>
        </p:txBody>
      </p:sp>
      <p:sp>
        <p:nvSpPr>
          <p:cNvPr id="110595" name="AutoShape 3">
            <a:extLst>
              <a:ext uri="{FF2B5EF4-FFF2-40B4-BE49-F238E27FC236}">
                <a16:creationId xmlns:a16="http://schemas.microsoft.com/office/drawing/2014/main" id="{1D142B4F-9920-4CE9-9614-B80798EEB326}"/>
              </a:ext>
            </a:extLst>
          </p:cNvPr>
          <p:cNvSpPr>
            <a:spLocks noGrp="1" noChangeAspect="1" noChangeArrowheads="1"/>
          </p:cNvSpPr>
          <p:nvPr>
            <p:ph type="body" idx="1"/>
          </p:nvPr>
        </p:nvSpPr>
        <p:spPr>
          <a:xfrm>
            <a:off x="457200" y="1600200"/>
            <a:ext cx="4953000" cy="4530725"/>
          </a:xfrm>
        </p:spPr>
        <p:txBody>
          <a:bodyPr/>
          <a:lstStyle/>
          <a:p>
            <a:pPr eaLnBrk="1" hangingPunct="1">
              <a:lnSpc>
                <a:spcPct val="80000"/>
              </a:lnSpc>
              <a:defRPr/>
            </a:pPr>
            <a:r>
              <a:rPr lang="en-US" sz="2800"/>
              <a:t>Enter in values, expressions or functions</a:t>
            </a:r>
          </a:p>
          <a:p>
            <a:pPr eaLnBrk="1" hangingPunct="1">
              <a:lnSpc>
                <a:spcPct val="80000"/>
              </a:lnSpc>
              <a:defRPr/>
            </a:pPr>
            <a:r>
              <a:rPr lang="en-US" sz="2800"/>
              <a:t>Fields are enclosed in square brackets [ ] </a:t>
            </a:r>
          </a:p>
          <a:p>
            <a:pPr eaLnBrk="1" hangingPunct="1">
              <a:lnSpc>
                <a:spcPct val="80000"/>
              </a:lnSpc>
              <a:defRPr/>
            </a:pPr>
            <a:r>
              <a:rPr lang="en-US" sz="2800"/>
              <a:t>Text strings are enclosed in double quotes: "text"</a:t>
            </a:r>
          </a:p>
          <a:p>
            <a:pPr eaLnBrk="1" hangingPunct="1">
              <a:lnSpc>
                <a:spcPct val="80000"/>
              </a:lnSpc>
              <a:defRPr/>
            </a:pPr>
            <a:r>
              <a:rPr lang="en-US" sz="2800"/>
              <a:t>Use &amp; to join functions</a:t>
            </a:r>
          </a:p>
          <a:p>
            <a:pPr eaLnBrk="1" hangingPunct="1">
              <a:lnSpc>
                <a:spcPct val="80000"/>
              </a:lnSpc>
              <a:defRPr/>
            </a:pPr>
            <a:r>
              <a:rPr lang="en-US" sz="2800"/>
              <a:t>Use () to give priority to functions</a:t>
            </a:r>
          </a:p>
          <a:p>
            <a:pPr eaLnBrk="1" hangingPunct="1">
              <a:lnSpc>
                <a:spcPct val="80000"/>
              </a:lnSpc>
              <a:defRPr/>
            </a:pPr>
            <a:r>
              <a:rPr lang="en-US" sz="2800"/>
              <a:t>Check advanced for VBA functions</a:t>
            </a:r>
          </a:p>
        </p:txBody>
      </p:sp>
      <p:pic>
        <p:nvPicPr>
          <p:cNvPr id="79876" name="Picture 4">
            <a:extLst>
              <a:ext uri="{FF2B5EF4-FFF2-40B4-BE49-F238E27FC236}">
                <a16:creationId xmlns:a16="http://schemas.microsoft.com/office/drawing/2014/main" id="{2E60000E-A167-486B-A42D-DBA72BE0C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1828800"/>
            <a:ext cx="3276600" cy="309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C02C966-81CE-4CB8-8BDC-34B570F27A90}"/>
              </a:ext>
            </a:extLst>
          </p:cNvPr>
          <p:cNvSpPr>
            <a:spLocks noGrp="1" noChangeArrowheads="1"/>
          </p:cNvSpPr>
          <p:nvPr>
            <p:ph type="title"/>
          </p:nvPr>
        </p:nvSpPr>
        <p:spPr/>
        <p:txBody>
          <a:bodyPr/>
          <a:lstStyle/>
          <a:p>
            <a:pPr eaLnBrk="1" hangingPunct="1">
              <a:defRPr/>
            </a:pPr>
            <a:r>
              <a:rPr lang="en-US">
                <a:latin typeface="Verdana" pitchFamily="34" charset="0"/>
              </a:rPr>
              <a:t>Field Calculator</a:t>
            </a:r>
            <a:br>
              <a:rPr lang="en-US">
                <a:latin typeface="Verdana" pitchFamily="34" charset="0"/>
              </a:rPr>
            </a:br>
            <a:r>
              <a:rPr lang="en-US">
                <a:latin typeface="Verdana" pitchFamily="34" charset="0"/>
              </a:rPr>
              <a:t>Utilizing Joins</a:t>
            </a:r>
          </a:p>
        </p:txBody>
      </p:sp>
      <p:sp>
        <p:nvSpPr>
          <p:cNvPr id="40963" name="Rectangle 3">
            <a:extLst>
              <a:ext uri="{FF2B5EF4-FFF2-40B4-BE49-F238E27FC236}">
                <a16:creationId xmlns:a16="http://schemas.microsoft.com/office/drawing/2014/main" id="{D651BD5F-F88B-4C1B-B861-FB66DA75EFAD}"/>
              </a:ext>
            </a:extLst>
          </p:cNvPr>
          <p:cNvSpPr>
            <a:spLocks noGrp="1" noChangeArrowheads="1"/>
          </p:cNvSpPr>
          <p:nvPr>
            <p:ph type="body" idx="1"/>
          </p:nvPr>
        </p:nvSpPr>
        <p:spPr/>
        <p:txBody>
          <a:bodyPr/>
          <a:lstStyle/>
          <a:p>
            <a:pPr eaLnBrk="1" hangingPunct="1">
              <a:defRPr/>
            </a:pPr>
            <a:r>
              <a:rPr lang="en-US" sz="2800" dirty="0"/>
              <a:t>When joining features based on a one-to-one or many-to-one join you can pass values from the join table to the feature table by calculating features</a:t>
            </a:r>
          </a:p>
          <a:p>
            <a:pPr eaLnBrk="1" hangingPunct="1">
              <a:buFont typeface="Wingdings" panose="05000000000000000000" pitchFamily="2" charset="2"/>
              <a:buNone/>
              <a:defRPr/>
            </a:pPr>
            <a:endParaRPr lang="en-US" sz="2800" dirty="0"/>
          </a:p>
          <a:p>
            <a:pPr eaLnBrk="1" hangingPunct="1">
              <a:defRPr/>
            </a:pPr>
            <a:r>
              <a:rPr lang="en-US" sz="2800" dirty="0"/>
              <a:t>You cannot calculate based on relationships or create joins on one-to- many or many-to-many cardinality</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A7753269-B4B3-4B36-9E71-404B3EDEE1AA}"/>
              </a:ext>
            </a:extLst>
          </p:cNvPr>
          <p:cNvSpPr>
            <a:spLocks noGrp="1" noChangeArrowheads="1"/>
          </p:cNvSpPr>
          <p:nvPr>
            <p:ph type="title"/>
          </p:nvPr>
        </p:nvSpPr>
        <p:spPr/>
        <p:txBody>
          <a:bodyPr/>
          <a:lstStyle/>
          <a:p>
            <a:pPr eaLnBrk="1" hangingPunct="1">
              <a:defRPr/>
            </a:pPr>
            <a:r>
              <a:rPr lang="en-US">
                <a:latin typeface="Verdana" pitchFamily="34" charset="0"/>
              </a:rPr>
              <a:t>Common Field Calculations</a:t>
            </a:r>
          </a:p>
        </p:txBody>
      </p:sp>
      <p:sp>
        <p:nvSpPr>
          <p:cNvPr id="190467" name="Rectangle 3">
            <a:extLst>
              <a:ext uri="{FF2B5EF4-FFF2-40B4-BE49-F238E27FC236}">
                <a16:creationId xmlns:a16="http://schemas.microsoft.com/office/drawing/2014/main" id="{ED18ED07-4A10-4ABF-8672-381EC050EF18}"/>
              </a:ext>
            </a:extLst>
          </p:cNvPr>
          <p:cNvSpPr>
            <a:spLocks noGrp="1" noChangeArrowheads="1"/>
          </p:cNvSpPr>
          <p:nvPr>
            <p:ph type="body" idx="1"/>
          </p:nvPr>
        </p:nvSpPr>
        <p:spPr/>
        <p:txBody>
          <a:bodyPr/>
          <a:lstStyle/>
          <a:p>
            <a:pPr eaLnBrk="1" hangingPunct="1">
              <a:defRPr/>
            </a:pPr>
            <a:r>
              <a:rPr lang="en-US" sz="2800"/>
              <a:t>[Field1] &amp; [Field2] = Field1Field2</a:t>
            </a:r>
          </a:p>
          <a:p>
            <a:pPr eaLnBrk="1" hangingPunct="1">
              <a:defRPr/>
            </a:pPr>
            <a:r>
              <a:rPr lang="en-US" sz="2800"/>
              <a:t>[Field1] &amp;” “&amp; [Field2] = Field1 Field2</a:t>
            </a:r>
          </a:p>
          <a:p>
            <a:pPr eaLnBrk="1" hangingPunct="1">
              <a:defRPr/>
            </a:pPr>
            <a:r>
              <a:rPr lang="en-US" sz="2800"/>
              <a:t>[Field1] &amp;”TEXT“&amp; [Field2] = Field1TEXTField2</a:t>
            </a:r>
          </a:p>
          <a:p>
            <a:pPr eaLnBrk="1" hangingPunct="1">
              <a:defRPr/>
            </a:pPr>
            <a:r>
              <a:rPr lang="en-US" sz="2800"/>
              <a:t>[Number] * .5 = Resultant Answer</a:t>
            </a:r>
          </a:p>
          <a:p>
            <a:pPr eaLnBrk="1" hangingPunct="1">
              <a:defRPr/>
            </a:pPr>
            <a:endParaRPr lang="en-US" sz="2800"/>
          </a:p>
          <a:p>
            <a:pPr eaLnBrk="1" hangingPunct="1">
              <a:defRPr/>
            </a:pPr>
            <a:endParaRPr lang="en-US" sz="2400"/>
          </a:p>
          <a:p>
            <a:pPr eaLnBrk="1" hangingPunct="1">
              <a:defRPr/>
            </a:pPr>
            <a:endParaRPr lang="en-US" sz="2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BCBD7024-8BF4-4F39-90C4-81435932439B}"/>
              </a:ext>
            </a:extLst>
          </p:cNvPr>
          <p:cNvSpPr>
            <a:spLocks noGrp="1" noChangeArrowheads="1"/>
          </p:cNvSpPr>
          <p:nvPr>
            <p:ph type="title"/>
          </p:nvPr>
        </p:nvSpPr>
        <p:spPr/>
        <p:txBody>
          <a:bodyPr/>
          <a:lstStyle/>
          <a:p>
            <a:pPr eaLnBrk="1" hangingPunct="1">
              <a:defRPr/>
            </a:pPr>
            <a:r>
              <a:rPr lang="en-US">
                <a:latin typeface="Verdana" pitchFamily="34" charset="0"/>
              </a:rPr>
              <a:t>Other Calculations</a:t>
            </a:r>
          </a:p>
        </p:txBody>
      </p:sp>
      <p:sp>
        <p:nvSpPr>
          <p:cNvPr id="193539" name="Rectangle 3">
            <a:extLst>
              <a:ext uri="{FF2B5EF4-FFF2-40B4-BE49-F238E27FC236}">
                <a16:creationId xmlns:a16="http://schemas.microsoft.com/office/drawing/2014/main" id="{29582997-BC5F-4183-8A8D-F5AA1BB1DA29}"/>
              </a:ext>
            </a:extLst>
          </p:cNvPr>
          <p:cNvSpPr>
            <a:spLocks noGrp="1" noChangeArrowheads="1"/>
          </p:cNvSpPr>
          <p:nvPr>
            <p:ph type="body" idx="1"/>
          </p:nvPr>
        </p:nvSpPr>
        <p:spPr/>
        <p:txBody>
          <a:bodyPr/>
          <a:lstStyle/>
          <a:p>
            <a:pPr eaLnBrk="1" hangingPunct="1">
              <a:defRPr/>
            </a:pPr>
            <a:r>
              <a:rPr lang="en-US" sz="2800"/>
              <a:t>Easy Calculate</a:t>
            </a:r>
          </a:p>
          <a:p>
            <a:pPr lvl="1" eaLnBrk="1" hangingPunct="1">
              <a:defRPr/>
            </a:pPr>
            <a:r>
              <a:rPr lang="en-US"/>
              <a:t>Download at </a:t>
            </a:r>
            <a:r>
              <a:rPr lang="en-US">
                <a:solidFill>
                  <a:srgbClr val="FF3300"/>
                </a:solidFill>
              </a:rPr>
              <a:t>http://www.ian-ko.com/</a:t>
            </a:r>
          </a:p>
          <a:p>
            <a:pPr lvl="1" eaLnBrk="1" hangingPunct="1">
              <a:defRPr/>
            </a:pPr>
            <a:r>
              <a:rPr lang="en-US"/>
              <a:t>A bunch of useful saved calculations that can be used</a:t>
            </a:r>
          </a:p>
          <a:p>
            <a:pPr eaLnBrk="1" hangingPunct="1">
              <a:defRPr/>
            </a:pPr>
            <a:r>
              <a:rPr lang="en-US" sz="2800"/>
              <a:t>Proper Text</a:t>
            </a:r>
          </a:p>
          <a:p>
            <a:pPr lvl="1" eaLnBrk="1" hangingPunct="1">
              <a:defRPr/>
            </a:pPr>
            <a:r>
              <a:rPr lang="en-US"/>
              <a:t>strconv( [Field] ,vbPropercase)</a:t>
            </a:r>
          </a:p>
          <a:p>
            <a:pPr eaLnBrk="1" hangingPunct="1">
              <a:defRPr/>
            </a:pPr>
            <a:r>
              <a:rPr lang="en-US" sz="2800"/>
              <a:t>Last name isolate from full name</a:t>
            </a:r>
          </a:p>
          <a:p>
            <a:pPr lvl="1" eaLnBrk="1" hangingPunct="1">
              <a:defRPr/>
            </a:pPr>
            <a:r>
              <a:rPr lang="en-US"/>
              <a:t>Left( [field] , (InStr(1, [field] , " ")-1))</a:t>
            </a:r>
          </a:p>
          <a:p>
            <a:pPr lvl="1" eaLnBrk="1" hangingPunct="1">
              <a:defRPr/>
            </a:pPr>
            <a:endParaRPr lang="en-US">
              <a:solidFill>
                <a:srgbClr val="FF3300"/>
              </a:solidFill>
            </a:endParaRPr>
          </a:p>
          <a:p>
            <a:pPr lvl="1" eaLnBrk="1" hangingPunct="1">
              <a:defRPr/>
            </a:pPr>
            <a:endParaRPr lang="en-US">
              <a:solidFill>
                <a:srgbClr val="FF3300"/>
              </a:solidFill>
            </a:endParaRPr>
          </a:p>
          <a:p>
            <a:pPr eaLnBrk="1" hangingPunct="1">
              <a:defRPr/>
            </a:pP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2F08D3C-B2AF-48AA-BD53-987F5C1648F0}"/>
              </a:ext>
            </a:extLst>
          </p:cNvPr>
          <p:cNvSpPr>
            <a:spLocks noGrp="1" noChangeArrowheads="1"/>
          </p:cNvSpPr>
          <p:nvPr>
            <p:ph type="title"/>
          </p:nvPr>
        </p:nvSpPr>
        <p:spPr/>
        <p:txBody>
          <a:bodyPr/>
          <a:lstStyle/>
          <a:p>
            <a:pPr eaLnBrk="1" hangingPunct="1">
              <a:defRPr/>
            </a:pPr>
            <a:r>
              <a:rPr lang="en-US" sz="4000">
                <a:latin typeface="Verdana" pitchFamily="34" charset="0"/>
              </a:rPr>
              <a:t>Field Calculator For</a:t>
            </a:r>
            <a:br>
              <a:rPr lang="en-US" sz="4000">
                <a:latin typeface="Verdana" pitchFamily="34" charset="0"/>
              </a:rPr>
            </a:br>
            <a:r>
              <a:rPr lang="en-US" sz="4000">
                <a:latin typeface="Verdana" pitchFamily="34" charset="0"/>
              </a:rPr>
              <a:t>Populating New Data</a:t>
            </a:r>
          </a:p>
        </p:txBody>
      </p:sp>
      <p:sp>
        <p:nvSpPr>
          <p:cNvPr id="39939" name="Rectangle 3">
            <a:extLst>
              <a:ext uri="{FF2B5EF4-FFF2-40B4-BE49-F238E27FC236}">
                <a16:creationId xmlns:a16="http://schemas.microsoft.com/office/drawing/2014/main" id="{5D29E6A4-02F5-4886-AFF2-078540843059}"/>
              </a:ext>
            </a:extLst>
          </p:cNvPr>
          <p:cNvSpPr>
            <a:spLocks noGrp="1" noChangeArrowheads="1"/>
          </p:cNvSpPr>
          <p:nvPr>
            <p:ph type="body" idx="1"/>
          </p:nvPr>
        </p:nvSpPr>
        <p:spPr/>
        <p:txBody>
          <a:bodyPr/>
          <a:lstStyle/>
          <a:p>
            <a:pPr eaLnBrk="1" hangingPunct="1">
              <a:defRPr/>
            </a:pPr>
            <a:r>
              <a:rPr lang="en-US" sz="2800"/>
              <a:t>Using functions and nesting functions to create new data</a:t>
            </a:r>
          </a:p>
          <a:p>
            <a:pPr eaLnBrk="1" hangingPunct="1">
              <a:defRPr/>
            </a:pPr>
            <a:r>
              <a:rPr lang="en-US" sz="2800"/>
              <a:t>Below will pull the house number out of the address string</a:t>
            </a:r>
          </a:p>
        </p:txBody>
      </p:sp>
      <p:pic>
        <p:nvPicPr>
          <p:cNvPr id="83972" name="Picture 4">
            <a:extLst>
              <a:ext uri="{FF2B5EF4-FFF2-40B4-BE49-F238E27FC236}">
                <a16:creationId xmlns:a16="http://schemas.microsoft.com/office/drawing/2014/main" id="{50C90CDE-DB4A-480B-8B09-6B355BD6B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429000"/>
            <a:ext cx="3335338" cy="312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EBCC8E75-11DA-492E-896C-355E32C3AC6B}"/>
              </a:ext>
            </a:extLst>
          </p:cNvPr>
          <p:cNvSpPr>
            <a:spLocks noGrp="1" noChangeArrowheads="1"/>
          </p:cNvSpPr>
          <p:nvPr>
            <p:ph type="title"/>
          </p:nvPr>
        </p:nvSpPr>
        <p:spPr/>
        <p:txBody>
          <a:bodyPr/>
          <a:lstStyle/>
          <a:p>
            <a:pPr eaLnBrk="1" hangingPunct="1">
              <a:defRPr/>
            </a:pPr>
            <a:r>
              <a:rPr lang="en-US">
                <a:latin typeface="Verdana" pitchFamily="34" charset="0"/>
              </a:rPr>
              <a:t>Complex VB Calculations</a:t>
            </a:r>
          </a:p>
        </p:txBody>
      </p:sp>
      <p:sp>
        <p:nvSpPr>
          <p:cNvPr id="191491" name="Rectangle 3">
            <a:extLst>
              <a:ext uri="{FF2B5EF4-FFF2-40B4-BE49-F238E27FC236}">
                <a16:creationId xmlns:a16="http://schemas.microsoft.com/office/drawing/2014/main" id="{F450327D-98ED-4958-9885-005BCE26DDDA}"/>
              </a:ext>
            </a:extLst>
          </p:cNvPr>
          <p:cNvSpPr>
            <a:spLocks noGrp="1" noChangeArrowheads="1"/>
          </p:cNvSpPr>
          <p:nvPr>
            <p:ph type="body" sz="half" idx="1"/>
          </p:nvPr>
        </p:nvSpPr>
        <p:spPr/>
        <p:txBody>
          <a:bodyPr/>
          <a:lstStyle/>
          <a:p>
            <a:pPr eaLnBrk="1" hangingPunct="1">
              <a:defRPr/>
            </a:pPr>
            <a:r>
              <a:rPr lang="en-US" sz="2800"/>
              <a:t>To add the x coordinate of points:</a:t>
            </a:r>
          </a:p>
          <a:p>
            <a:pPr lvl="2" eaLnBrk="1" hangingPunct="1">
              <a:buFont typeface="Wingdings" panose="05000000000000000000" pitchFamily="2" charset="2"/>
              <a:buNone/>
              <a:defRPr/>
            </a:pPr>
            <a:r>
              <a:rPr lang="en-US" sz="2000"/>
              <a:t>Dim Output As Double</a:t>
            </a:r>
          </a:p>
          <a:p>
            <a:pPr lvl="2" eaLnBrk="1" hangingPunct="1">
              <a:buFont typeface="Wingdings" panose="05000000000000000000" pitchFamily="2" charset="2"/>
              <a:buNone/>
              <a:defRPr/>
            </a:pPr>
            <a:r>
              <a:rPr lang="en-US" sz="2000"/>
              <a:t>Dim pPoint As IPoint</a:t>
            </a:r>
          </a:p>
          <a:p>
            <a:pPr lvl="2" eaLnBrk="1" hangingPunct="1">
              <a:buFont typeface="Wingdings" panose="05000000000000000000" pitchFamily="2" charset="2"/>
              <a:buNone/>
              <a:defRPr/>
            </a:pPr>
            <a:r>
              <a:rPr lang="en-US" sz="2000"/>
              <a:t>Set pPoint = [Shape]</a:t>
            </a:r>
          </a:p>
          <a:p>
            <a:pPr lvl="2" eaLnBrk="1" hangingPunct="1">
              <a:buFont typeface="Wingdings" panose="05000000000000000000" pitchFamily="2" charset="2"/>
              <a:buNone/>
              <a:defRPr/>
            </a:pPr>
            <a:r>
              <a:rPr lang="en-US" sz="2000"/>
              <a:t>Output = pPoint.X</a:t>
            </a:r>
          </a:p>
        </p:txBody>
      </p:sp>
      <p:pic>
        <p:nvPicPr>
          <p:cNvPr id="84996" name="Picture 4">
            <a:extLst>
              <a:ext uri="{FF2B5EF4-FFF2-40B4-BE49-F238E27FC236}">
                <a16:creationId xmlns:a16="http://schemas.microsoft.com/office/drawing/2014/main" id="{E90B6215-2F3C-409A-87BE-81B640A3C66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648200" y="1974850"/>
            <a:ext cx="4038600" cy="3779838"/>
          </a:xfrm>
          <a:noFill/>
          <a:extLs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16DC3FC-FE1E-4089-9F7F-EB70A70CF566}"/>
              </a:ext>
            </a:extLst>
          </p:cNvPr>
          <p:cNvSpPr>
            <a:spLocks noGrp="1" noChangeArrowheads="1"/>
          </p:cNvSpPr>
          <p:nvPr>
            <p:ph type="title"/>
          </p:nvPr>
        </p:nvSpPr>
        <p:spPr/>
        <p:txBody>
          <a:bodyPr/>
          <a:lstStyle/>
          <a:p>
            <a:pPr eaLnBrk="1" hangingPunct="1">
              <a:defRPr/>
            </a:pPr>
            <a:r>
              <a:rPr lang="en-US" sz="4000">
                <a:latin typeface="Verdana" pitchFamily="34" charset="0"/>
              </a:rPr>
              <a:t>Field Calculator Utilizing Geoprocessing</a:t>
            </a:r>
          </a:p>
        </p:txBody>
      </p:sp>
      <p:sp>
        <p:nvSpPr>
          <p:cNvPr id="41987" name="Rectangle 3">
            <a:extLst>
              <a:ext uri="{FF2B5EF4-FFF2-40B4-BE49-F238E27FC236}">
                <a16:creationId xmlns:a16="http://schemas.microsoft.com/office/drawing/2014/main" id="{3372A8A4-B70A-42EB-A2FE-193CD2083555}"/>
              </a:ext>
            </a:extLst>
          </p:cNvPr>
          <p:cNvSpPr>
            <a:spLocks noGrp="1" noChangeArrowheads="1"/>
          </p:cNvSpPr>
          <p:nvPr>
            <p:ph type="body" sz="half" idx="1"/>
          </p:nvPr>
        </p:nvSpPr>
        <p:spPr/>
        <p:txBody>
          <a:bodyPr/>
          <a:lstStyle/>
          <a:p>
            <a:pPr eaLnBrk="1" hangingPunct="1">
              <a:defRPr/>
            </a:pPr>
            <a:r>
              <a:rPr lang="en-US" sz="2800"/>
              <a:t>Use ArcTool box to calculate values</a:t>
            </a:r>
          </a:p>
          <a:p>
            <a:pPr eaLnBrk="1" hangingPunct="1">
              <a:defRPr/>
            </a:pPr>
            <a:r>
              <a:rPr lang="en-US" sz="2800"/>
              <a:t>Allows you to build many calculates within a model</a:t>
            </a:r>
          </a:p>
          <a:p>
            <a:pPr eaLnBrk="1" hangingPunct="1">
              <a:buFont typeface="Wingdings" panose="05000000000000000000" pitchFamily="2" charset="2"/>
              <a:buNone/>
              <a:defRPr/>
            </a:pPr>
            <a:r>
              <a:rPr lang="en-US" sz="2800"/>
              <a:t> </a:t>
            </a:r>
          </a:p>
        </p:txBody>
      </p:sp>
      <p:graphicFrame>
        <p:nvGraphicFramePr>
          <p:cNvPr id="86020" name="Object 7">
            <a:extLst>
              <a:ext uri="{FF2B5EF4-FFF2-40B4-BE49-F238E27FC236}">
                <a16:creationId xmlns:a16="http://schemas.microsoft.com/office/drawing/2014/main" id="{C17359C3-0541-4B64-989B-A04E3922DA9E}"/>
              </a:ext>
            </a:extLst>
          </p:cNvPr>
          <p:cNvGraphicFramePr>
            <a:graphicFrameLocks noGrp="1" noChangeAspect="1"/>
          </p:cNvGraphicFramePr>
          <p:nvPr>
            <p:ph sz="quarter" idx="2"/>
          </p:nvPr>
        </p:nvGraphicFramePr>
        <p:xfrm>
          <a:off x="5959475" y="1600200"/>
          <a:ext cx="1414463" cy="2189163"/>
        </p:xfrm>
        <a:graphic>
          <a:graphicData uri="http://schemas.openxmlformats.org/presentationml/2006/ole">
            <mc:AlternateContent xmlns:mc="http://schemas.openxmlformats.org/markup-compatibility/2006">
              <mc:Choice xmlns:v="urn:schemas-microsoft-com:vml" Requires="v">
                <p:oleObj spid="_x0000_s86038" name="Bitmap Image" r:id="rId3" imgW="1704762" imgH="2638095" progId="Paint.Picture">
                  <p:embed/>
                </p:oleObj>
              </mc:Choice>
              <mc:Fallback>
                <p:oleObj name="Bitmap Image" r:id="rId3" imgW="1704762" imgH="2638095" progId="Paint.Picture">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9475" y="1600200"/>
                        <a:ext cx="1414463"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6021" name="Picture 9">
            <a:extLst>
              <a:ext uri="{FF2B5EF4-FFF2-40B4-BE49-F238E27FC236}">
                <a16:creationId xmlns:a16="http://schemas.microsoft.com/office/drawing/2014/main" id="{ECCCC26D-CA0A-4EEC-811D-B9E61ACBD59F}"/>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1524000" y="4114800"/>
            <a:ext cx="4024313" cy="2189163"/>
          </a:xfrm>
          <a:noFill/>
          <a:extLs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9BD0F7D-6999-4633-888E-181867E2E4EB}"/>
              </a:ext>
            </a:extLst>
          </p:cNvPr>
          <p:cNvSpPr>
            <a:spLocks noGrp="1" noChangeArrowheads="1"/>
          </p:cNvSpPr>
          <p:nvPr>
            <p:ph type="title"/>
          </p:nvPr>
        </p:nvSpPr>
        <p:spPr/>
        <p:txBody>
          <a:bodyPr/>
          <a:lstStyle/>
          <a:p>
            <a:pPr eaLnBrk="1" hangingPunct="1">
              <a:defRPr/>
            </a:pPr>
            <a:r>
              <a:rPr lang="en-US">
                <a:latin typeface="Verdana" pitchFamily="34" charset="0"/>
              </a:rPr>
              <a:t>Field Calculator</a:t>
            </a:r>
            <a:br>
              <a:rPr lang="en-US">
                <a:latin typeface="Verdana" pitchFamily="34" charset="0"/>
              </a:rPr>
            </a:br>
            <a:r>
              <a:rPr lang="en-US">
                <a:latin typeface="Verdana" pitchFamily="34" charset="0"/>
              </a:rPr>
              <a:t>Utilizing Models</a:t>
            </a:r>
          </a:p>
        </p:txBody>
      </p:sp>
      <p:sp>
        <p:nvSpPr>
          <p:cNvPr id="43011" name="Rectangle 3">
            <a:extLst>
              <a:ext uri="{FF2B5EF4-FFF2-40B4-BE49-F238E27FC236}">
                <a16:creationId xmlns:a16="http://schemas.microsoft.com/office/drawing/2014/main" id="{55AF9091-9614-4C76-94AA-2F4A658CB306}"/>
              </a:ext>
            </a:extLst>
          </p:cNvPr>
          <p:cNvSpPr>
            <a:spLocks noGrp="1" noChangeArrowheads="1"/>
          </p:cNvSpPr>
          <p:nvPr>
            <p:ph type="body" sz="half" idx="1"/>
          </p:nvPr>
        </p:nvSpPr>
        <p:spPr/>
        <p:txBody>
          <a:bodyPr/>
          <a:lstStyle/>
          <a:p>
            <a:pPr eaLnBrk="1" hangingPunct="1">
              <a:defRPr/>
            </a:pPr>
            <a:r>
              <a:rPr lang="en-US" sz="2800"/>
              <a:t>Can use Model Builder to create complex calculations without knowing programming</a:t>
            </a:r>
          </a:p>
          <a:p>
            <a:pPr eaLnBrk="1" hangingPunct="1">
              <a:defRPr/>
            </a:pPr>
            <a:r>
              <a:rPr lang="en-US" sz="2800"/>
              <a:t>Allows you to rerun the calculations many times using parameters</a:t>
            </a:r>
          </a:p>
        </p:txBody>
      </p:sp>
      <p:pic>
        <p:nvPicPr>
          <p:cNvPr id="87044" name="Picture 4">
            <a:extLst>
              <a:ext uri="{FF2B5EF4-FFF2-40B4-BE49-F238E27FC236}">
                <a16:creationId xmlns:a16="http://schemas.microsoft.com/office/drawing/2014/main" id="{719E50EC-B0DD-4C4A-BC34-BC1A856ED31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800600" y="2209800"/>
            <a:ext cx="4038600" cy="3148013"/>
          </a:xfrm>
          <a:noFill/>
          <a:extLst>
            <a:ext uri="{91240B29-F687-4F45-9708-019B960494DF}">
              <a14:hiddenLine xmlns:a14="http://schemas.microsoft.com/office/drawing/2010/main" w="31750" cap="flat" cmpd="sng">
                <a:solidFill>
                  <a:srgbClr val="DB0308"/>
                </a:solidFill>
                <a:prstDash val="solid"/>
                <a:miter lim="800000"/>
                <a:headEnd type="none" w="med" len="med"/>
                <a:tailEnd type="none" w="med" len="me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2E89F96B-8348-49CE-8658-1987B38EB7A1}"/>
              </a:ext>
            </a:extLst>
          </p:cNvPr>
          <p:cNvSpPr>
            <a:spLocks noGrp="1" noChangeArrowheads="1"/>
          </p:cNvSpPr>
          <p:nvPr>
            <p:ph type="title"/>
          </p:nvPr>
        </p:nvSpPr>
        <p:spPr/>
        <p:txBody>
          <a:bodyPr/>
          <a:lstStyle/>
          <a:p>
            <a:pPr eaLnBrk="1" hangingPunct="1">
              <a:defRPr/>
            </a:pPr>
            <a:r>
              <a:rPr lang="en-US">
                <a:latin typeface="Verdana" pitchFamily="34" charset="0"/>
              </a:rPr>
              <a:t>Creating a Model</a:t>
            </a:r>
          </a:p>
        </p:txBody>
      </p:sp>
      <p:sp>
        <p:nvSpPr>
          <p:cNvPr id="197635" name="Rectangle 3">
            <a:extLst>
              <a:ext uri="{FF2B5EF4-FFF2-40B4-BE49-F238E27FC236}">
                <a16:creationId xmlns:a16="http://schemas.microsoft.com/office/drawing/2014/main" id="{A58189E8-DC13-4A40-A456-333D0D1380CF}"/>
              </a:ext>
            </a:extLst>
          </p:cNvPr>
          <p:cNvSpPr>
            <a:spLocks noGrp="1" noChangeArrowheads="1"/>
          </p:cNvSpPr>
          <p:nvPr>
            <p:ph type="body" idx="1"/>
          </p:nvPr>
        </p:nvSpPr>
        <p:spPr/>
        <p:txBody>
          <a:bodyPr/>
          <a:lstStyle/>
          <a:p>
            <a:pPr eaLnBrk="1" hangingPunct="1">
              <a:lnSpc>
                <a:spcPct val="90000"/>
              </a:lnSpc>
              <a:defRPr/>
            </a:pPr>
            <a:r>
              <a:rPr lang="en-US" sz="2800"/>
              <a:t>Backup data incase of incorrect model creation</a:t>
            </a:r>
          </a:p>
          <a:p>
            <a:pPr eaLnBrk="1" hangingPunct="1">
              <a:lnSpc>
                <a:spcPct val="90000"/>
              </a:lnSpc>
              <a:defRPr/>
            </a:pPr>
            <a:r>
              <a:rPr lang="en-US" sz="2800"/>
              <a:t>Open ArcTool box and Right Click to create a new toolbox </a:t>
            </a:r>
          </a:p>
          <a:p>
            <a:pPr eaLnBrk="1" hangingPunct="1">
              <a:lnSpc>
                <a:spcPct val="90000"/>
              </a:lnSpc>
              <a:defRPr/>
            </a:pPr>
            <a:r>
              <a:rPr lang="en-US" sz="2800"/>
              <a:t>Next right click on new toolbox to create a Model</a:t>
            </a:r>
          </a:p>
          <a:p>
            <a:pPr eaLnBrk="1" hangingPunct="1">
              <a:lnSpc>
                <a:spcPct val="90000"/>
              </a:lnSpc>
              <a:defRPr/>
            </a:pPr>
            <a:r>
              <a:rPr lang="en-US" sz="2800"/>
              <a:t>Drag geoprocessing tools that meet your needs into your model</a:t>
            </a:r>
          </a:p>
          <a:p>
            <a:pPr eaLnBrk="1" hangingPunct="1">
              <a:lnSpc>
                <a:spcPct val="90000"/>
              </a:lnSpc>
              <a:defRPr/>
            </a:pPr>
            <a:r>
              <a:rPr lang="en-US" sz="2800"/>
              <a:t>Connect them logically with the connect tool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E14FE5EB-6DF9-459E-88A6-5B1439ECC22A}"/>
              </a:ext>
            </a:extLst>
          </p:cNvPr>
          <p:cNvSpPr>
            <a:spLocks noGrp="1" noChangeArrowheads="1"/>
          </p:cNvSpPr>
          <p:nvPr>
            <p:ph type="title"/>
          </p:nvPr>
        </p:nvSpPr>
        <p:spPr/>
        <p:txBody>
          <a:bodyPr/>
          <a:lstStyle/>
          <a:p>
            <a:pPr eaLnBrk="1" hangingPunct="1">
              <a:defRPr/>
            </a:pPr>
            <a:r>
              <a:rPr lang="en-US">
                <a:latin typeface="Verdana" pitchFamily="34" charset="0"/>
              </a:rPr>
              <a:t>Creating a Model</a:t>
            </a:r>
          </a:p>
        </p:txBody>
      </p:sp>
      <p:sp>
        <p:nvSpPr>
          <p:cNvPr id="198659" name="Rectangle 3">
            <a:extLst>
              <a:ext uri="{FF2B5EF4-FFF2-40B4-BE49-F238E27FC236}">
                <a16:creationId xmlns:a16="http://schemas.microsoft.com/office/drawing/2014/main" id="{AF15BD82-9269-44FF-9565-3B817A30EC0D}"/>
              </a:ext>
            </a:extLst>
          </p:cNvPr>
          <p:cNvSpPr>
            <a:spLocks noGrp="1" noChangeArrowheads="1"/>
          </p:cNvSpPr>
          <p:nvPr>
            <p:ph type="body" idx="1"/>
          </p:nvPr>
        </p:nvSpPr>
        <p:spPr>
          <a:xfrm>
            <a:off x="457200" y="1752600"/>
            <a:ext cx="8229600" cy="2667000"/>
          </a:xfrm>
        </p:spPr>
        <p:txBody>
          <a:bodyPr/>
          <a:lstStyle/>
          <a:p>
            <a:pPr eaLnBrk="1" hangingPunct="1">
              <a:defRPr/>
            </a:pPr>
            <a:r>
              <a:rPr lang="en-US" sz="2800"/>
              <a:t>Set up desired parameters in the tools</a:t>
            </a:r>
          </a:p>
          <a:p>
            <a:pPr eaLnBrk="1" hangingPunct="1">
              <a:defRPr/>
            </a:pPr>
            <a:r>
              <a:rPr lang="en-US" sz="2800"/>
              <a:t>Add data to satisfy the model for each tool</a:t>
            </a:r>
          </a:p>
          <a:p>
            <a:pPr eaLnBrk="1" hangingPunct="1">
              <a:defRPr/>
            </a:pPr>
            <a:r>
              <a:rPr lang="en-US" sz="2800"/>
              <a:t>Save the model</a:t>
            </a:r>
          </a:p>
          <a:p>
            <a:pPr eaLnBrk="1" hangingPunct="1">
              <a:defRPr/>
            </a:pPr>
            <a:r>
              <a:rPr lang="en-US" sz="2800"/>
              <a:t>Run the model</a:t>
            </a:r>
          </a:p>
          <a:p>
            <a:pPr eaLnBrk="1" hangingPunct="1">
              <a:defRPr/>
            </a:pPr>
            <a:endParaRPr lang="en-US" sz="28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2F08EFD-F9A6-4F3A-AD2B-7DD506CFFAF5}"/>
              </a:ext>
            </a:extLst>
          </p:cNvPr>
          <p:cNvSpPr>
            <a:spLocks noGrp="1" noChangeArrowheads="1"/>
          </p:cNvSpPr>
          <p:nvPr>
            <p:ph type="title"/>
          </p:nvPr>
        </p:nvSpPr>
        <p:spPr/>
        <p:txBody>
          <a:bodyPr/>
          <a:lstStyle/>
          <a:p>
            <a:pPr eaLnBrk="1" hangingPunct="1">
              <a:defRPr/>
            </a:pPr>
            <a:r>
              <a:rPr lang="en-US" dirty="0">
                <a:latin typeface="Verdana" pitchFamily="34" charset="0"/>
              </a:rPr>
              <a:t>Help Tips</a:t>
            </a:r>
          </a:p>
        </p:txBody>
      </p:sp>
      <p:sp>
        <p:nvSpPr>
          <p:cNvPr id="62467" name="Rectangle 3">
            <a:extLst>
              <a:ext uri="{FF2B5EF4-FFF2-40B4-BE49-F238E27FC236}">
                <a16:creationId xmlns:a16="http://schemas.microsoft.com/office/drawing/2014/main" id="{7390AEA5-125C-43A8-8E2B-8F8F428DED7C}"/>
              </a:ext>
            </a:extLst>
          </p:cNvPr>
          <p:cNvSpPr>
            <a:spLocks noGrp="1" noChangeArrowheads="1"/>
          </p:cNvSpPr>
          <p:nvPr>
            <p:ph type="body" idx="1"/>
          </p:nvPr>
        </p:nvSpPr>
        <p:spPr>
          <a:xfrm>
            <a:off x="457200" y="1361850"/>
            <a:ext cx="8229600" cy="5299946"/>
          </a:xfrm>
        </p:spPr>
        <p:txBody>
          <a:bodyPr/>
          <a:lstStyle/>
          <a:p>
            <a:pPr eaLnBrk="1" hangingPunct="1">
              <a:lnSpc>
                <a:spcPct val="90000"/>
              </a:lnSpc>
              <a:buNone/>
              <a:defRPr/>
            </a:pPr>
            <a:endParaRPr lang="en-US" sz="2000" dirty="0"/>
          </a:p>
          <a:p>
            <a:pPr>
              <a:lnSpc>
                <a:spcPct val="90000"/>
              </a:lnSpc>
              <a:buNone/>
              <a:defRPr/>
            </a:pPr>
            <a:endParaRPr lang="en-US" sz="2000" dirty="0"/>
          </a:p>
          <a:p>
            <a:pPr>
              <a:lnSpc>
                <a:spcPct val="90000"/>
              </a:lnSpc>
              <a:buNone/>
              <a:defRPr/>
            </a:pPr>
            <a:endParaRPr lang="en-US" sz="2000" dirty="0"/>
          </a:p>
          <a:p>
            <a:pPr>
              <a:lnSpc>
                <a:spcPct val="90000"/>
              </a:lnSpc>
              <a:buNone/>
              <a:defRPr/>
            </a:pPr>
            <a:r>
              <a:rPr lang="en-US" sz="2000" dirty="0"/>
              <a:t>Find ArcGIS Desktop Help Online </a:t>
            </a:r>
            <a:endParaRPr lang="en-US" dirty="0">
              <a:ea typeface="Verdana"/>
            </a:endParaRPr>
          </a:p>
          <a:p>
            <a:pPr eaLnBrk="1" hangingPunct="1">
              <a:lnSpc>
                <a:spcPct val="90000"/>
              </a:lnSpc>
              <a:defRPr/>
            </a:pPr>
            <a:r>
              <a:rPr lang="en-US" sz="2000" dirty="0"/>
              <a:t>Application Help  </a:t>
            </a:r>
            <a:r>
              <a:rPr lang="en-US" sz="2000" u="sng" dirty="0">
                <a:solidFill>
                  <a:srgbClr val="FF3300"/>
                </a:solidFill>
              </a:rPr>
              <a:t>http://webhelp.esri.com/</a:t>
            </a:r>
            <a:r>
              <a:rPr lang="en-US" sz="2000" dirty="0">
                <a:solidFill>
                  <a:srgbClr val="FF3300"/>
                </a:solidFill>
              </a:rPr>
              <a:t> </a:t>
            </a:r>
          </a:p>
          <a:p>
            <a:pPr eaLnBrk="1" hangingPunct="1">
              <a:lnSpc>
                <a:spcPct val="90000"/>
              </a:lnSpc>
              <a:defRPr/>
            </a:pPr>
            <a:r>
              <a:rPr lang="en-US" sz="2000" dirty="0" err="1"/>
              <a:t>ArcScripts</a:t>
            </a:r>
            <a:r>
              <a:rPr lang="en-US" sz="2000" dirty="0"/>
              <a:t> </a:t>
            </a:r>
            <a:r>
              <a:rPr lang="en-US" sz="2000" u="sng" dirty="0">
                <a:solidFill>
                  <a:srgbClr val="FF3300"/>
                </a:solidFill>
              </a:rPr>
              <a:t>http://arcscripts.esri.com</a:t>
            </a:r>
          </a:p>
          <a:p>
            <a:pPr eaLnBrk="1" hangingPunct="1">
              <a:lnSpc>
                <a:spcPct val="90000"/>
              </a:lnSpc>
              <a:defRPr/>
            </a:pPr>
            <a:r>
              <a:rPr lang="en-US" sz="2000" dirty="0"/>
              <a:t>ESRI Support Center: </a:t>
            </a:r>
            <a:r>
              <a:rPr lang="en-US" sz="2000" u="sng" dirty="0">
                <a:solidFill>
                  <a:srgbClr val="FF3300"/>
                </a:solidFill>
              </a:rPr>
              <a:t>http://support.esri.com</a:t>
            </a:r>
            <a:r>
              <a:rPr lang="en-US" sz="2000" dirty="0"/>
              <a:t> </a:t>
            </a:r>
          </a:p>
          <a:p>
            <a:pPr lvl="2" eaLnBrk="1" hangingPunct="1">
              <a:lnSpc>
                <a:spcPct val="90000"/>
              </a:lnSpc>
              <a:defRPr/>
            </a:pPr>
            <a:r>
              <a:rPr lang="en-US" sz="2000" dirty="0"/>
              <a:t>Forums</a:t>
            </a:r>
          </a:p>
          <a:p>
            <a:pPr lvl="2" eaLnBrk="1" hangingPunct="1">
              <a:lnSpc>
                <a:spcPct val="90000"/>
              </a:lnSpc>
              <a:defRPr/>
            </a:pPr>
            <a:r>
              <a:rPr lang="en-US" sz="2000" dirty="0"/>
              <a:t>Knowledge Base </a:t>
            </a:r>
          </a:p>
          <a:p>
            <a:pPr lvl="2" eaLnBrk="1" hangingPunct="1">
              <a:lnSpc>
                <a:spcPct val="90000"/>
              </a:lnSpc>
              <a:defRPr/>
            </a:pPr>
            <a:r>
              <a:rPr lang="en-US" sz="2000" dirty="0"/>
              <a:t>Technical Articles </a:t>
            </a:r>
          </a:p>
          <a:p>
            <a:pPr eaLnBrk="1" hangingPunct="1">
              <a:lnSpc>
                <a:spcPct val="90000"/>
              </a:lnSpc>
              <a:defRPr/>
            </a:pPr>
            <a:r>
              <a:rPr lang="en-US" sz="2000" dirty="0"/>
              <a:t>EDN – ESRI Developer Network: </a:t>
            </a:r>
            <a:r>
              <a:rPr lang="en-US" sz="2000" u="sng" dirty="0">
                <a:solidFill>
                  <a:srgbClr val="FF3300"/>
                </a:solidFill>
              </a:rPr>
              <a:t>http://edn.esri.com</a:t>
            </a:r>
            <a:r>
              <a:rPr lang="en-US" sz="2000" dirty="0">
                <a:solidFill>
                  <a:srgbClr val="3333FF"/>
                </a:solidFill>
              </a:rPr>
              <a:t> </a:t>
            </a:r>
            <a:endParaRPr lang="en-US" sz="2000"/>
          </a:p>
          <a:p>
            <a:pPr eaLnBrk="1" hangingPunct="1">
              <a:lnSpc>
                <a:spcPct val="90000"/>
              </a:lnSpc>
              <a:defRPr/>
            </a:pPr>
            <a:endParaRPr lang="en-US" sz="2000" dirty="0">
              <a:ea typeface="Verdana"/>
            </a:endParaRPr>
          </a:p>
        </p:txBody>
      </p:sp>
    </p:spTree>
  </p:cSld>
  <p:clrMapOvr>
    <a:masterClrMapping/>
  </p:clrMapOvr>
</p:sld>
</file>

<file path=ppt/theme/theme1.xml><?xml version="1.0" encoding="utf-8"?>
<a:theme xmlns:a="http://schemas.openxmlformats.org/drawingml/2006/main" name="Globe">
  <a:themeElements>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0" cap="flat" cmpd="sng" algn="ctr">
          <a:solidFill>
            <a:srgbClr val="DB0308"/>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31750" cap="flat" cmpd="sng" algn="ctr">
          <a:solidFill>
            <a:srgbClr val="DB0308"/>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DB Presentation 2</Template>
  <TotalTime>1333</TotalTime>
  <Words>2904</Words>
  <Application>Microsoft Office PowerPoint</Application>
  <PresentationFormat>On-screen Show (4:3)</PresentationFormat>
  <Paragraphs>412</Paragraphs>
  <Slides>86</Slides>
  <Notes>0</Notes>
  <HiddenSlides>0</HiddenSlides>
  <MMClips>0</MMClips>
  <ScaleCrop>false</ScaleCrop>
  <HeadingPairs>
    <vt:vector size="4" baseType="variant">
      <vt:variant>
        <vt:lpstr>Theme</vt:lpstr>
      </vt:variant>
      <vt:variant>
        <vt:i4>1</vt:i4>
      </vt:variant>
      <vt:variant>
        <vt:lpstr>Slide Titles</vt:lpstr>
      </vt:variant>
      <vt:variant>
        <vt:i4>86</vt:i4>
      </vt:variant>
    </vt:vector>
  </HeadingPairs>
  <TitlesOfParts>
    <vt:vector size="87" baseType="lpstr">
      <vt:lpstr>Globe</vt:lpstr>
      <vt:lpstr>Advanced  ArcMap Editing</vt:lpstr>
      <vt:lpstr>Productive Editing Techniques </vt:lpstr>
      <vt:lpstr>Snapping</vt:lpstr>
      <vt:lpstr>Snap Priority</vt:lpstr>
      <vt:lpstr>Snap Tolerance</vt:lpstr>
      <vt:lpstr>Snap Tolerance Tool</vt:lpstr>
      <vt:lpstr>Snap Tips and Indicator</vt:lpstr>
      <vt:lpstr>Snap Overriding</vt:lpstr>
      <vt:lpstr>Selection Anchor</vt:lpstr>
      <vt:lpstr>Secondary Selection Anchor</vt:lpstr>
      <vt:lpstr>Snapping to a Specific Feature</vt:lpstr>
      <vt:lpstr>Snap to Sketch</vt:lpstr>
      <vt:lpstr>Sticky Tolerance</vt:lpstr>
      <vt:lpstr>Editing</vt:lpstr>
      <vt:lpstr>Edit Tools</vt:lpstr>
      <vt:lpstr>The Sketch Tool</vt:lpstr>
      <vt:lpstr>Sketch Tool</vt:lpstr>
      <vt:lpstr>Sketch Tool Shortcuts</vt:lpstr>
      <vt:lpstr>Arc tool</vt:lpstr>
      <vt:lpstr>Direction-Distance tool</vt:lpstr>
      <vt:lpstr>Direction-Distance Tool Shortcuts</vt:lpstr>
      <vt:lpstr>Distance-Distance Tool</vt:lpstr>
      <vt:lpstr>Distance-Distance Tool</vt:lpstr>
      <vt:lpstr>Endpoint Arc Tool</vt:lpstr>
      <vt:lpstr>Intersection Tool</vt:lpstr>
      <vt:lpstr>Midpoint Tool</vt:lpstr>
      <vt:lpstr>Trace Tool</vt:lpstr>
      <vt:lpstr>Scale and Rotate Tools</vt:lpstr>
      <vt:lpstr>Stretching a Feature Proportionally</vt:lpstr>
      <vt:lpstr>Switch Between Tools</vt:lpstr>
      <vt:lpstr>Edit Sketch Context Tools</vt:lpstr>
      <vt:lpstr>Editing Options</vt:lpstr>
      <vt:lpstr>Sketch Units Conversions</vt:lpstr>
      <vt:lpstr>Sketch Properties</vt:lpstr>
      <vt:lpstr>Working with Multipart Features</vt:lpstr>
      <vt:lpstr>Copying and Pasting Features</vt:lpstr>
      <vt:lpstr>Copying and Pasting Attributes</vt:lpstr>
      <vt:lpstr>Edit Tasks</vt:lpstr>
      <vt:lpstr>Reshape Feature Task</vt:lpstr>
      <vt:lpstr>Cut Polygon Task</vt:lpstr>
      <vt:lpstr>Mirror Features Task</vt:lpstr>
      <vt:lpstr>Extend/Trim Features Task</vt:lpstr>
      <vt:lpstr>Auto Complete Polygon Task</vt:lpstr>
      <vt:lpstr>Advanced Editing Toolbar</vt:lpstr>
      <vt:lpstr>Fillet Tool</vt:lpstr>
      <vt:lpstr>Extend/Trim Tool</vt:lpstr>
      <vt:lpstr>Proportion Tool</vt:lpstr>
      <vt:lpstr>Inverse Tool</vt:lpstr>
      <vt:lpstr>Transverse Tool</vt:lpstr>
      <vt:lpstr>Generalize Tool</vt:lpstr>
      <vt:lpstr>Smooth Tool</vt:lpstr>
      <vt:lpstr>Editor Tools</vt:lpstr>
      <vt:lpstr>Move Tool</vt:lpstr>
      <vt:lpstr>Split Tool</vt:lpstr>
      <vt:lpstr>Divide Tool </vt:lpstr>
      <vt:lpstr>Buffer</vt:lpstr>
      <vt:lpstr>Copy Parallel</vt:lpstr>
      <vt:lpstr>Merge</vt:lpstr>
      <vt:lpstr>Union</vt:lpstr>
      <vt:lpstr>Intersect</vt:lpstr>
      <vt:lpstr>Clip</vt:lpstr>
      <vt:lpstr>Topology Toolbar</vt:lpstr>
      <vt:lpstr>Topology Edit Tool</vt:lpstr>
      <vt:lpstr>Shared Features</vt:lpstr>
      <vt:lpstr>Selecting Features</vt:lpstr>
      <vt:lpstr>Selection Tab</vt:lpstr>
      <vt:lpstr>Hidden Selection Tools</vt:lpstr>
      <vt:lpstr>Select by Attributes</vt:lpstr>
      <vt:lpstr>Unselect Individual Features</vt:lpstr>
      <vt:lpstr>Layer Selection Options</vt:lpstr>
      <vt:lpstr>Selecting the “Next” Feature</vt:lpstr>
      <vt:lpstr>Select By Location</vt:lpstr>
      <vt:lpstr>Bulk Editing</vt:lpstr>
      <vt:lpstr>Bulk Editing Using the Attributes Window</vt:lpstr>
      <vt:lpstr>Field Calculator For Updating Multiple Records</vt:lpstr>
      <vt:lpstr>Field Calculator</vt:lpstr>
      <vt:lpstr>Field Calculator Utilizing Joins</vt:lpstr>
      <vt:lpstr>Common Field Calculations</vt:lpstr>
      <vt:lpstr>Other Calculations</vt:lpstr>
      <vt:lpstr>Field Calculator For Populating New Data</vt:lpstr>
      <vt:lpstr>Complex VB Calculations</vt:lpstr>
      <vt:lpstr>Field Calculator Utilizing Geoprocessing</vt:lpstr>
      <vt:lpstr>Field Calculator Utilizing Models</vt:lpstr>
      <vt:lpstr>Creating a Model</vt:lpstr>
      <vt:lpstr>Creating a Model</vt:lpstr>
      <vt:lpstr>Help Tips</vt:lpstr>
    </vt:vector>
  </TitlesOfParts>
  <Company>Great River energy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ArcMap Editing</dc:title>
  <dc:creator>aschmidt</dc:creator>
  <cp:lastModifiedBy>Bhaskararaju Kalidindi</cp:lastModifiedBy>
  <cp:revision>42</cp:revision>
  <dcterms:created xsi:type="dcterms:W3CDTF">2006-03-07T18:59:59Z</dcterms:created>
  <dcterms:modified xsi:type="dcterms:W3CDTF">2021-09-08T05:37:10Z</dcterms:modified>
</cp:coreProperties>
</file>